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11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Christine\Downloads\Capstone%20Project%20Exce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Christine\Downloads\Capstone%20Project%20Exc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 Exce.xlsx]Sheet2!PivotTable1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908398950131233"/>
          <c:y val="7.4102654056573292E-2"/>
          <c:w val="0.49206714785651795"/>
          <c:h val="0.847255904325888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Sheet2!$A$3</c:f>
              <c:strCache>
                <c:ptCount val="1"/>
                <c:pt idx="0">
                  <c:v>Sum of MntWines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Sheet2!$A$4</c:f>
              <c:numCache>
                <c:formatCode>General</c:formatCode>
                <c:ptCount val="1"/>
                <c:pt idx="0">
                  <c:v>680816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19-4C34-8213-1D619E180C8E}"/>
            </c:ext>
          </c:extLst>
        </c:ser>
        <c:ser>
          <c:idx val="1"/>
          <c:order val="1"/>
          <c:tx>
            <c:strRef>
              <c:f>Sheet2!$B$3</c:f>
              <c:strCache>
                <c:ptCount val="1"/>
                <c:pt idx="0">
                  <c:v>Sum of MntFruits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Sheet2!$B$4</c:f>
              <c:numCache>
                <c:formatCode>General</c:formatCode>
                <c:ptCount val="1"/>
                <c:pt idx="0">
                  <c:v>58917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19-4C34-8213-1D619E180C8E}"/>
            </c:ext>
          </c:extLst>
        </c:ser>
        <c:ser>
          <c:idx val="2"/>
          <c:order val="2"/>
          <c:tx>
            <c:strRef>
              <c:f>Sheet2!$C$3</c:f>
              <c:strCache>
                <c:ptCount val="1"/>
                <c:pt idx="0">
                  <c:v>Sum of MntMeatProducts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Sheet2!$C$4</c:f>
              <c:numCache>
                <c:formatCode>General</c:formatCode>
                <c:ptCount val="1"/>
                <c:pt idx="0">
                  <c:v>373968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19-4C34-8213-1D619E180C8E}"/>
            </c:ext>
          </c:extLst>
        </c:ser>
        <c:ser>
          <c:idx val="3"/>
          <c:order val="3"/>
          <c:tx>
            <c:strRef>
              <c:f>Sheet2!$D$3</c:f>
              <c:strCache>
                <c:ptCount val="1"/>
                <c:pt idx="0">
                  <c:v>Sum of MntGoldProds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Sheet2!$D$4</c:f>
              <c:numCache>
                <c:formatCode>General</c:formatCode>
                <c:ptCount val="1"/>
                <c:pt idx="0">
                  <c:v>98609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219-4C34-8213-1D619E180C8E}"/>
            </c:ext>
          </c:extLst>
        </c:ser>
        <c:ser>
          <c:idx val="4"/>
          <c:order val="4"/>
          <c:tx>
            <c:strRef>
              <c:f>Sheet2!$E$3</c:f>
              <c:strCache>
                <c:ptCount val="1"/>
                <c:pt idx="0">
                  <c:v>Sum of MntSweetProducts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Sheet2!$A$4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Sheet2!$E$4</c:f>
              <c:numCache>
                <c:formatCode>General</c:formatCode>
                <c:ptCount val="1"/>
                <c:pt idx="0">
                  <c:v>60621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19-4C34-8213-1D619E180C8E}"/>
            </c:ext>
          </c:extLst>
        </c:ser>
        <c:ser>
          <c:idx val="5"/>
          <c:order val="5"/>
          <c:tx>
            <c:strRef>
              <c:f>Sheet2!$F$3</c:f>
              <c:strCache>
                <c:ptCount val="1"/>
                <c:pt idx="0">
                  <c:v>Sum of MntFishProducts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Sheet2!$A$4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Sheet2!$F$4</c:f>
              <c:numCache>
                <c:formatCode>General</c:formatCode>
                <c:ptCount val="1"/>
                <c:pt idx="0">
                  <c:v>84057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219-4C34-8213-1D619E180C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9601728"/>
        <c:axId val="1859613728"/>
      </c:barChart>
      <c:catAx>
        <c:axId val="185960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613728"/>
        <c:crosses val="autoZero"/>
        <c:auto val="1"/>
        <c:lblAlgn val="ctr"/>
        <c:lblOffset val="100"/>
        <c:noMultiLvlLbl val="0"/>
      </c:catAx>
      <c:valAx>
        <c:axId val="185961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60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 Exce.xlsx]Response_vs_Marital_Status!PivotTable9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Response_vs_Marital_Status!$B$3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Response_vs_Marital_Status!$A$4:$A$12</c:f>
              <c:strCache>
                <c:ptCount val="8"/>
                <c:pt idx="0">
                  <c:v>Absurd</c:v>
                </c:pt>
                <c:pt idx="1">
                  <c:v>Alone</c:v>
                </c:pt>
                <c:pt idx="2">
                  <c:v>Divorced</c:v>
                </c:pt>
                <c:pt idx="3">
                  <c:v>Married</c:v>
                </c:pt>
                <c:pt idx="4">
                  <c:v>Single</c:v>
                </c:pt>
                <c:pt idx="5">
                  <c:v>Together</c:v>
                </c:pt>
                <c:pt idx="6">
                  <c:v>Widow</c:v>
                </c:pt>
                <c:pt idx="7">
                  <c:v>YOLO</c:v>
                </c:pt>
              </c:strCache>
            </c:strRef>
          </c:cat>
          <c:val>
            <c:numRef>
              <c:f>Response_vs_Marital_Status!$B$4:$B$12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48</c:v>
                </c:pt>
                <c:pt idx="3">
                  <c:v>98</c:v>
                </c:pt>
                <c:pt idx="4">
                  <c:v>106</c:v>
                </c:pt>
                <c:pt idx="5">
                  <c:v>60</c:v>
                </c:pt>
                <c:pt idx="6">
                  <c:v>19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BE-4E49-A2CA-2325EAB3C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4013167"/>
        <c:axId val="334015567"/>
      </c:barChart>
      <c:catAx>
        <c:axId val="33401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4015567"/>
        <c:crosses val="autoZero"/>
        <c:auto val="1"/>
        <c:lblAlgn val="ctr"/>
        <c:lblOffset val="100"/>
        <c:noMultiLvlLbl val="0"/>
      </c:catAx>
      <c:valAx>
        <c:axId val="33401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4013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Boxplot!$A$2:$A$2242</cx:f>
        <cx:lvl ptCount="2241" formatCode="&quot;$&quot;#,##0.00">
          <cx:pt idx="0">1730</cx:pt>
          <cx:pt idx="1">2447</cx:pt>
          <cx:pt idx="2">3502</cx:pt>
          <cx:pt idx="3">4023</cx:pt>
          <cx:pt idx="4">4428</cx:pt>
          <cx:pt idx="5">4861</cx:pt>
          <cx:pt idx="6">5305</cx:pt>
          <cx:pt idx="7">5648</cx:pt>
          <cx:pt idx="8">6560</cx:pt>
          <cx:pt idx="9">6835</cx:pt>
          <cx:pt idx="10">7144</cx:pt>
          <cx:pt idx="11">7500</cx:pt>
          <cx:pt idx="12">7500</cx:pt>
          <cx:pt idx="13">7500</cx:pt>
          <cx:pt idx="14">7500</cx:pt>
          <cx:pt idx="15">7500</cx:pt>
          <cx:pt idx="16">7500</cx:pt>
          <cx:pt idx="17">7500</cx:pt>
          <cx:pt idx="18">7500</cx:pt>
          <cx:pt idx="19">7500</cx:pt>
          <cx:pt idx="20">7500</cx:pt>
          <cx:pt idx="21">7500</cx:pt>
          <cx:pt idx="22">7500</cx:pt>
          <cx:pt idx="23">8028</cx:pt>
          <cx:pt idx="24">8820</cx:pt>
          <cx:pt idx="25">8940</cx:pt>
          <cx:pt idx="26">9255</cx:pt>
          <cx:pt idx="27">9548</cx:pt>
          <cx:pt idx="28">9722</cx:pt>
          <cx:pt idx="29">10245</cx:pt>
          <cx:pt idx="30">10404</cx:pt>
          <cx:pt idx="31">10979</cx:pt>
          <cx:pt idx="32">10979</cx:pt>
          <cx:pt idx="33">11012</cx:pt>
          <cx:pt idx="34">11448</cx:pt>
          <cx:pt idx="35">12393</cx:pt>
          <cx:pt idx="36">12571</cx:pt>
          <cx:pt idx="37">13084</cx:pt>
          <cx:pt idx="38">13260</cx:pt>
          <cx:pt idx="39">13533</cx:pt>
          <cx:pt idx="40">13624</cx:pt>
          <cx:pt idx="41">13672</cx:pt>
          <cx:pt idx="42">13724</cx:pt>
          <cx:pt idx="43">14045</cx:pt>
          <cx:pt idx="44">14188</cx:pt>
          <cx:pt idx="45">14421</cx:pt>
          <cx:pt idx="46">14515</cx:pt>
          <cx:pt idx="47">14661</cx:pt>
          <cx:pt idx="48">14796</cx:pt>
          <cx:pt idx="49">14849</cx:pt>
          <cx:pt idx="50">14906</cx:pt>
          <cx:pt idx="51">14918</cx:pt>
          <cx:pt idx="52">15033</cx:pt>
          <cx:pt idx="53">15038</cx:pt>
          <cx:pt idx="54">15056</cx:pt>
          <cx:pt idx="55">15072</cx:pt>
          <cx:pt idx="56">15253</cx:pt>
          <cx:pt idx="57">15287</cx:pt>
          <cx:pt idx="58">15287</cx:pt>
          <cx:pt idx="59">15315</cx:pt>
          <cx:pt idx="60">15315</cx:pt>
          <cx:pt idx="61">15345</cx:pt>
          <cx:pt idx="62">15716</cx:pt>
          <cx:pt idx="63">15759</cx:pt>
          <cx:pt idx="64">15862</cx:pt>
          <cx:pt idx="65">16005</cx:pt>
          <cx:pt idx="66">16014</cx:pt>
          <cx:pt idx="67">16185</cx:pt>
          <cx:pt idx="68">16248</cx:pt>
          <cx:pt idx="69">16269</cx:pt>
          <cx:pt idx="70">16529</cx:pt>
          <cx:pt idx="71">16531</cx:pt>
          <cx:pt idx="72">16581</cx:pt>
          <cx:pt idx="73">16626</cx:pt>
          <cx:pt idx="74">16653</cx:pt>
          <cx:pt idx="75">16813</cx:pt>
          <cx:pt idx="76">16860</cx:pt>
          <cx:pt idx="77">16927</cx:pt>
          <cx:pt idx="78">17003</cx:pt>
          <cx:pt idx="79">17117</cx:pt>
          <cx:pt idx="80">17144</cx:pt>
          <cx:pt idx="81">17144</cx:pt>
          <cx:pt idx="82">17148</cx:pt>
          <cx:pt idx="83">17256</cx:pt>
          <cx:pt idx="84">17323</cx:pt>
          <cx:pt idx="85">17345</cx:pt>
          <cx:pt idx="86">17459</cx:pt>
          <cx:pt idx="87">17487</cx:pt>
          <cx:pt idx="88">17649</cx:pt>
          <cx:pt idx="89">17688</cx:pt>
          <cx:pt idx="90">18100</cx:pt>
          <cx:pt idx="91">18169</cx:pt>
          <cx:pt idx="92">18222</cx:pt>
          <cx:pt idx="93">18227</cx:pt>
          <cx:pt idx="94">18351</cx:pt>
          <cx:pt idx="95">18358</cx:pt>
          <cx:pt idx="96">18393</cx:pt>
          <cx:pt idx="97">18492</cx:pt>
          <cx:pt idx="98">18589</cx:pt>
          <cx:pt idx="99">18690</cx:pt>
          <cx:pt idx="100">18690</cx:pt>
          <cx:pt idx="101">18690</cx:pt>
          <cx:pt idx="102">18701</cx:pt>
          <cx:pt idx="103">18701</cx:pt>
          <cx:pt idx="104">18746</cx:pt>
          <cx:pt idx="105">18793</cx:pt>
          <cx:pt idx="106">18890</cx:pt>
          <cx:pt idx="107">18929</cx:pt>
          <cx:pt idx="108">18929</cx:pt>
          <cx:pt idx="109">18929</cx:pt>
          <cx:pt idx="110">18978</cx:pt>
          <cx:pt idx="111">18988</cx:pt>
          <cx:pt idx="112">19107</cx:pt>
          <cx:pt idx="113">19329</cx:pt>
          <cx:pt idx="114">19346</cx:pt>
          <cx:pt idx="115">19414</cx:pt>
          <cx:pt idx="116">19419</cx:pt>
          <cx:pt idx="117">19444</cx:pt>
          <cx:pt idx="118">19485</cx:pt>
          <cx:pt idx="119">19510</cx:pt>
          <cx:pt idx="120">19514</cx:pt>
          <cx:pt idx="121">19514</cx:pt>
          <cx:pt idx="122">19656</cx:pt>
          <cx:pt idx="123">19740</cx:pt>
          <cx:pt idx="124">19789</cx:pt>
          <cx:pt idx="125">19986</cx:pt>
          <cx:pt idx="126">19986</cx:pt>
          <cx:pt idx="127">20130</cx:pt>
          <cx:pt idx="128">20130</cx:pt>
          <cx:pt idx="129">20180</cx:pt>
          <cx:pt idx="130">20180</cx:pt>
          <cx:pt idx="131">20193</cx:pt>
          <cx:pt idx="132">20194</cx:pt>
          <cx:pt idx="133">20425</cx:pt>
          <cx:pt idx="134">20425</cx:pt>
          <cx:pt idx="135">20427</cx:pt>
          <cx:pt idx="136">20491</cx:pt>
          <cx:pt idx="137">20518</cx:pt>
          <cx:pt idx="138">20559</cx:pt>
          <cx:pt idx="139">20587</cx:pt>
          <cx:pt idx="140">20587</cx:pt>
          <cx:pt idx="141">20895</cx:pt>
          <cx:pt idx="142">20981</cx:pt>
          <cx:pt idx="143">21024</cx:pt>
          <cx:pt idx="144">21059</cx:pt>
          <cx:pt idx="145">21063</cx:pt>
          <cx:pt idx="146">21255</cx:pt>
          <cx:pt idx="147">21282</cx:pt>
          <cx:pt idx="148">21355</cx:pt>
          <cx:pt idx="149">21359</cx:pt>
          <cx:pt idx="150">21474</cx:pt>
          <cx:pt idx="151">21645</cx:pt>
          <cx:pt idx="152">21675</cx:pt>
          <cx:pt idx="153">21840</cx:pt>
          <cx:pt idx="154">21846</cx:pt>
          <cx:pt idx="155">21888</cx:pt>
          <cx:pt idx="156">21918</cx:pt>
          <cx:pt idx="157">21955</cx:pt>
          <cx:pt idx="158">21994</cx:pt>
          <cx:pt idx="159">21994</cx:pt>
          <cx:pt idx="160">22010</cx:pt>
          <cx:pt idx="161">22063</cx:pt>
          <cx:pt idx="162">22070</cx:pt>
          <cx:pt idx="163">22108</cx:pt>
          <cx:pt idx="164">22123</cx:pt>
          <cx:pt idx="165">22148</cx:pt>
          <cx:pt idx="166">22212</cx:pt>
          <cx:pt idx="167">22263</cx:pt>
          <cx:pt idx="168">22280</cx:pt>
          <cx:pt idx="169">22304</cx:pt>
          <cx:pt idx="170">22327</cx:pt>
          <cx:pt idx="171">22390</cx:pt>
          <cx:pt idx="172">22419</cx:pt>
          <cx:pt idx="173">22419</cx:pt>
          <cx:pt idx="174">22434</cx:pt>
          <cx:pt idx="175">22448</cx:pt>
          <cx:pt idx="176">22507</cx:pt>
          <cx:pt idx="177">22518</cx:pt>
          <cx:pt idx="178">22554</cx:pt>
          <cx:pt idx="179">22574</cx:pt>
          <cx:pt idx="180">22574</cx:pt>
          <cx:pt idx="181">22585</cx:pt>
          <cx:pt idx="182">22634</cx:pt>
          <cx:pt idx="183">22634</cx:pt>
          <cx:pt idx="184">22669</cx:pt>
          <cx:pt idx="185">22682</cx:pt>
          <cx:pt idx="186">22701</cx:pt>
          <cx:pt idx="187">22775</cx:pt>
          <cx:pt idx="188">22775</cx:pt>
          <cx:pt idx="189">22804</cx:pt>
          <cx:pt idx="190">22804</cx:pt>
          <cx:pt idx="191">22944</cx:pt>
          <cx:pt idx="192">22979</cx:pt>
          <cx:pt idx="193">23091</cx:pt>
          <cx:pt idx="194">23148</cx:pt>
          <cx:pt idx="195">23162</cx:pt>
          <cx:pt idx="196">23228</cx:pt>
          <cx:pt idx="197">23228</cx:pt>
          <cx:pt idx="198">23272</cx:pt>
          <cx:pt idx="199">23295</cx:pt>
          <cx:pt idx="200">23331</cx:pt>
          <cx:pt idx="201">23331</cx:pt>
          <cx:pt idx="202">23442</cx:pt>
          <cx:pt idx="203">23477</cx:pt>
          <cx:pt idx="204">23478</cx:pt>
          <cx:pt idx="205">23529</cx:pt>
          <cx:pt idx="206">23536</cx:pt>
          <cx:pt idx="207">23539</cx:pt>
          <cx:pt idx="208">23559</cx:pt>
          <cx:pt idx="209">23616</cx:pt>
          <cx:pt idx="210">23626</cx:pt>
          <cx:pt idx="211">23661</cx:pt>
          <cx:pt idx="212">23718</cx:pt>
          <cx:pt idx="213">23724</cx:pt>
          <cx:pt idx="214">23748</cx:pt>
          <cx:pt idx="215">23763</cx:pt>
          <cx:pt idx="216">23830</cx:pt>
          <cx:pt idx="217">23910</cx:pt>
          <cx:pt idx="218">23957</cx:pt>
          <cx:pt idx="219">23976</cx:pt>
          <cx:pt idx="220">24027</cx:pt>
          <cx:pt idx="221">24072</cx:pt>
          <cx:pt idx="222">24163</cx:pt>
          <cx:pt idx="223">24206</cx:pt>
          <cx:pt idx="224">24221</cx:pt>
          <cx:pt idx="225">24279</cx:pt>
          <cx:pt idx="226">24336</cx:pt>
          <cx:pt idx="227">24367</cx:pt>
          <cx:pt idx="228">24401</cx:pt>
          <cx:pt idx="229">24434</cx:pt>
          <cx:pt idx="230">24480</cx:pt>
          <cx:pt idx="231">24570</cx:pt>
          <cx:pt idx="232">24594</cx:pt>
          <cx:pt idx="233">24594</cx:pt>
          <cx:pt idx="234">24639</cx:pt>
          <cx:pt idx="235">24645</cx:pt>
          <cx:pt idx="236">24683</cx:pt>
          <cx:pt idx="237">24711</cx:pt>
          <cx:pt idx="238">24762</cx:pt>
          <cx:pt idx="239">24882</cx:pt>
          <cx:pt idx="240">24882</cx:pt>
          <cx:pt idx="241">24884</cx:pt>
          <cx:pt idx="242">25008</cx:pt>
          <cx:pt idx="243">25130</cx:pt>
          <cx:pt idx="244">25176</cx:pt>
          <cx:pt idx="245">25224</cx:pt>
          <cx:pt idx="246">25252</cx:pt>
          <cx:pt idx="247">25271</cx:pt>
          <cx:pt idx="248">25293</cx:pt>
          <cx:pt idx="249">25293</cx:pt>
          <cx:pt idx="250">25315</cx:pt>
          <cx:pt idx="251">25358</cx:pt>
          <cx:pt idx="252">25410</cx:pt>
          <cx:pt idx="253">25443</cx:pt>
          <cx:pt idx="254">25509</cx:pt>
          <cx:pt idx="255">25509</cx:pt>
          <cx:pt idx="256">25545</cx:pt>
          <cx:pt idx="257">25707</cx:pt>
          <cx:pt idx="258">25721</cx:pt>
          <cx:pt idx="259">25804</cx:pt>
          <cx:pt idx="260">25818</cx:pt>
          <cx:pt idx="261">25851</cx:pt>
          <cx:pt idx="262">25930</cx:pt>
          <cx:pt idx="263">25959</cx:pt>
          <cx:pt idx="264">25965</cx:pt>
          <cx:pt idx="265">26067</cx:pt>
          <cx:pt idx="266">26091</cx:pt>
          <cx:pt idx="267">26091</cx:pt>
          <cx:pt idx="268">26095</cx:pt>
          <cx:pt idx="269">26150</cx:pt>
          <cx:pt idx="270">26224</cx:pt>
          <cx:pt idx="271">26228</cx:pt>
          <cx:pt idx="272">26290</cx:pt>
          <cx:pt idx="273">26304</cx:pt>
          <cx:pt idx="274">26326</cx:pt>
          <cx:pt idx="275">26487</cx:pt>
          <cx:pt idx="276">26490</cx:pt>
          <cx:pt idx="277">26490</cx:pt>
          <cx:pt idx="278">26518</cx:pt>
          <cx:pt idx="279">26576</cx:pt>
          <cx:pt idx="280">26642</cx:pt>
          <cx:pt idx="281">26646</cx:pt>
          <cx:pt idx="282">26751</cx:pt>
          <cx:pt idx="283">26759</cx:pt>
          <cx:pt idx="284">26816</cx:pt>
          <cx:pt idx="285">26850</cx:pt>
          <cx:pt idx="286">26868</cx:pt>
          <cx:pt idx="287">26872</cx:pt>
          <cx:pt idx="288">26877</cx:pt>
          <cx:pt idx="289">26887</cx:pt>
          <cx:pt idx="290">26907</cx:pt>
          <cx:pt idx="291">26907</cx:pt>
          <cx:pt idx="292">26954</cx:pt>
          <cx:pt idx="293">26997</cx:pt>
          <cx:pt idx="294">27038</cx:pt>
          <cx:pt idx="295">27071</cx:pt>
          <cx:pt idx="296">27100</cx:pt>
          <cx:pt idx="297">27100</cx:pt>
          <cx:pt idx="298">27116</cx:pt>
          <cx:pt idx="299">27159</cx:pt>
          <cx:pt idx="300">27161</cx:pt>
          <cx:pt idx="301">27190</cx:pt>
          <cx:pt idx="302">27203</cx:pt>
          <cx:pt idx="303">27213</cx:pt>
          <cx:pt idx="304">27215</cx:pt>
          <cx:pt idx="305">27238</cx:pt>
          <cx:pt idx="306">27242</cx:pt>
          <cx:pt idx="307">27244</cx:pt>
          <cx:pt idx="308">27255</cx:pt>
          <cx:pt idx="309">27421</cx:pt>
          <cx:pt idx="310">27450</cx:pt>
          <cx:pt idx="311">27469</cx:pt>
          <cx:pt idx="312">27573</cx:pt>
          <cx:pt idx="313">27590</cx:pt>
          <cx:pt idx="314">27683</cx:pt>
          <cx:pt idx="315">27733</cx:pt>
          <cx:pt idx="316">27803</cx:pt>
          <cx:pt idx="317">27889</cx:pt>
          <cx:pt idx="318">27922</cx:pt>
          <cx:pt idx="319">27938</cx:pt>
          <cx:pt idx="320">27943</cx:pt>
          <cx:pt idx="321">28071</cx:pt>
          <cx:pt idx="322">28072</cx:pt>
          <cx:pt idx="323">28087</cx:pt>
          <cx:pt idx="324">28164</cx:pt>
          <cx:pt idx="325">28249</cx:pt>
          <cx:pt idx="326">28249</cx:pt>
          <cx:pt idx="327">28320</cx:pt>
          <cx:pt idx="328">28332</cx:pt>
          <cx:pt idx="329">28359</cx:pt>
          <cx:pt idx="330">28389</cx:pt>
          <cx:pt idx="331">28420</cx:pt>
          <cx:pt idx="332">28427</cx:pt>
          <cx:pt idx="333">28427</cx:pt>
          <cx:pt idx="334">28440</cx:pt>
          <cx:pt idx="335">28442</cx:pt>
          <cx:pt idx="336">28457</cx:pt>
          <cx:pt idx="337">28510</cx:pt>
          <cx:pt idx="338">28520</cx:pt>
          <cx:pt idx="339">28567</cx:pt>
          <cx:pt idx="340">28587</cx:pt>
          <cx:pt idx="341">28647</cx:pt>
          <cx:pt idx="342">28691</cx:pt>
          <cx:pt idx="343">28691</cx:pt>
          <cx:pt idx="344">28718</cx:pt>
          <cx:pt idx="345">28764</cx:pt>
          <cx:pt idx="346">28769</cx:pt>
          <cx:pt idx="347">28839</cx:pt>
          <cx:pt idx="348">28973</cx:pt>
          <cx:pt idx="349">29009</cx:pt>
          <cx:pt idx="350">29103</cx:pt>
          <cx:pt idx="351">29187</cx:pt>
          <cx:pt idx="352">29236</cx:pt>
          <cx:pt idx="353">29298</cx:pt>
          <cx:pt idx="354">29315</cx:pt>
          <cx:pt idx="355">29435</cx:pt>
          <cx:pt idx="356">29440</cx:pt>
          <cx:pt idx="357">29478</cx:pt>
          <cx:pt idx="358">29543</cx:pt>
          <cx:pt idx="359">29548</cx:pt>
          <cx:pt idx="360">29604</cx:pt>
          <cx:pt idx="361">29672</cx:pt>
          <cx:pt idx="362">29672</cx:pt>
          <cx:pt idx="363">29732</cx:pt>
          <cx:pt idx="364">29760</cx:pt>
          <cx:pt idx="365">29760</cx:pt>
          <cx:pt idx="366">29791</cx:pt>
          <cx:pt idx="367">29819</cx:pt>
          <cx:pt idx="368">29938</cx:pt>
          <cx:pt idx="369">29999</cx:pt>
          <cx:pt idx="370">30015</cx:pt>
          <cx:pt idx="371">30023</cx:pt>
          <cx:pt idx="372">30081</cx:pt>
          <cx:pt idx="373">30093</cx:pt>
          <cx:pt idx="374">30096</cx:pt>
          <cx:pt idx="375">30096</cx:pt>
          <cx:pt idx="376">30168</cx:pt>
          <cx:pt idx="377">30261</cx:pt>
          <cx:pt idx="378">30279</cx:pt>
          <cx:pt idx="379">30279</cx:pt>
          <cx:pt idx="380">30298</cx:pt>
          <cx:pt idx="381">30351</cx:pt>
          <cx:pt idx="382">30351</cx:pt>
          <cx:pt idx="383">30368</cx:pt>
          <cx:pt idx="384">30372</cx:pt>
          <cx:pt idx="385">30372</cx:pt>
          <cx:pt idx="386">30390</cx:pt>
          <cx:pt idx="387">30396</cx:pt>
          <cx:pt idx="388">30467</cx:pt>
          <cx:pt idx="389">30477</cx:pt>
          <cx:pt idx="390">30507</cx:pt>
          <cx:pt idx="391">30522</cx:pt>
          <cx:pt idx="392">30523</cx:pt>
          <cx:pt idx="393">30538</cx:pt>
          <cx:pt idx="394">30545</cx:pt>
          <cx:pt idx="395">30560</cx:pt>
          <cx:pt idx="396">30560</cx:pt>
          <cx:pt idx="397">30630</cx:pt>
          <cx:pt idx="398">30631</cx:pt>
          <cx:pt idx="399">30675</cx:pt>
          <cx:pt idx="400">30732</cx:pt>
          <cx:pt idx="401">30753</cx:pt>
          <cx:pt idx="402">30772</cx:pt>
          <cx:pt idx="403">30801</cx:pt>
          <cx:pt idx="404">30822</cx:pt>
          <cx:pt idx="405">30828</cx:pt>
          <cx:pt idx="406">30833</cx:pt>
          <cx:pt idx="407">30843</cx:pt>
          <cx:pt idx="408">30899</cx:pt>
          <cx:pt idx="409">30983</cx:pt>
          <cx:pt idx="410">30992</cx:pt>
          <cx:pt idx="411">30992</cx:pt>
          <cx:pt idx="412">31056</cx:pt>
          <cx:pt idx="413">31086</cx:pt>
          <cx:pt idx="414">31089</cx:pt>
          <cx:pt idx="415">31158</cx:pt>
          <cx:pt idx="416">31160</cx:pt>
          <cx:pt idx="417">31163</cx:pt>
          <cx:pt idx="418">31163</cx:pt>
          <cx:pt idx="419">31353</cx:pt>
          <cx:pt idx="420">31353</cx:pt>
          <cx:pt idx="421">31385</cx:pt>
          <cx:pt idx="422">31395</cx:pt>
          <cx:pt idx="423">31454</cx:pt>
          <cx:pt idx="424">31497</cx:pt>
          <cx:pt idx="425">31497</cx:pt>
          <cx:pt idx="426">31535</cx:pt>
          <cx:pt idx="427">31560</cx:pt>
          <cx:pt idx="428">31590</cx:pt>
          <cx:pt idx="429">31605</cx:pt>
          <cx:pt idx="430">31615</cx:pt>
          <cx:pt idx="431">31626</cx:pt>
          <cx:pt idx="432">31632</cx:pt>
          <cx:pt idx="433">31686</cx:pt>
          <cx:pt idx="434">31761</cx:pt>
          <cx:pt idx="435">31788</cx:pt>
          <cx:pt idx="436">31814</cx:pt>
          <cx:pt idx="437">31859</cx:pt>
          <cx:pt idx="438">31859</cx:pt>
          <cx:pt idx="439">31878</cx:pt>
          <cx:pt idx="440">31880</cx:pt>
          <cx:pt idx="441">31907</cx:pt>
          <cx:pt idx="442">31928</cx:pt>
          <cx:pt idx="443">32011</cx:pt>
          <cx:pt idx="444">32144</cx:pt>
          <cx:pt idx="445">32146</cx:pt>
          <cx:pt idx="446">32173</cx:pt>
          <cx:pt idx="447">32218</cx:pt>
          <cx:pt idx="448">32233</cx:pt>
          <cx:pt idx="449">32300</cx:pt>
          <cx:pt idx="450">32303</cx:pt>
          <cx:pt idx="451">32313</cx:pt>
          <cx:pt idx="452">32414</cx:pt>
          <cx:pt idx="453">32474</cx:pt>
          <cx:pt idx="454">32557</cx:pt>
          <cx:pt idx="455">32583</cx:pt>
          <cx:pt idx="456">32632</cx:pt>
          <cx:pt idx="457">32644</cx:pt>
          <cx:pt idx="458">32727</cx:pt>
          <cx:pt idx="459">32765</cx:pt>
          <cx:pt idx="460">32871</cx:pt>
          <cx:pt idx="461">32880</cx:pt>
          <cx:pt idx="462">32889</cx:pt>
          <cx:pt idx="463">32892</cx:pt>
          <cx:pt idx="464">32892</cx:pt>
          <cx:pt idx="465">32952</cx:pt>
          <cx:pt idx="466">33039</cx:pt>
          <cx:pt idx="467">33039</cx:pt>
          <cx:pt idx="468">33051</cx:pt>
          <cx:pt idx="469">33168</cx:pt>
          <cx:pt idx="470">33178</cx:pt>
          <cx:pt idx="471">33181</cx:pt>
          <cx:pt idx="472">33183</cx:pt>
          <cx:pt idx="473">33228</cx:pt>
          <cx:pt idx="474">33235</cx:pt>
          <cx:pt idx="475">33249</cx:pt>
          <cx:pt idx="476">33249</cx:pt>
          <cx:pt idx="477">33279</cx:pt>
          <cx:pt idx="478">33316</cx:pt>
          <cx:pt idx="479">33316</cx:pt>
          <cx:pt idx="480">33378</cx:pt>
          <cx:pt idx="481">33402</cx:pt>
          <cx:pt idx="482">33419</cx:pt>
          <cx:pt idx="483">33438</cx:pt>
          <cx:pt idx="484">33444</cx:pt>
          <cx:pt idx="485">33454</cx:pt>
          <cx:pt idx="486">33456</cx:pt>
          <cx:pt idx="487">33462</cx:pt>
          <cx:pt idx="488">33471</cx:pt>
          <cx:pt idx="489">33562</cx:pt>
          <cx:pt idx="490">33564</cx:pt>
          <cx:pt idx="491">33569</cx:pt>
          <cx:pt idx="492">33581</cx:pt>
          <cx:pt idx="493">33585</cx:pt>
          <cx:pt idx="494">33590</cx:pt>
          <cx:pt idx="495">33622</cx:pt>
          <cx:pt idx="496">33629</cx:pt>
          <cx:pt idx="497">33697</cx:pt>
          <cx:pt idx="498">33762</cx:pt>
          <cx:pt idx="499">33812</cx:pt>
          <cx:pt idx="500">33955</cx:pt>
          <cx:pt idx="501">33986</cx:pt>
          <cx:pt idx="502">33996</cx:pt>
          <cx:pt idx="503">33996</cx:pt>
          <cx:pt idx="504">34026</cx:pt>
          <cx:pt idx="505">34026</cx:pt>
          <cx:pt idx="506">34043</cx:pt>
          <cx:pt idx="507">34053</cx:pt>
          <cx:pt idx="508">34074</cx:pt>
          <cx:pt idx="509">34109</cx:pt>
          <cx:pt idx="510">34176</cx:pt>
          <cx:pt idx="511">34176</cx:pt>
          <cx:pt idx="512">34176</cx:pt>
          <cx:pt idx="513">34213</cx:pt>
          <cx:pt idx="514">34230</cx:pt>
          <cx:pt idx="515">34242</cx:pt>
          <cx:pt idx="516">34320</cx:pt>
          <cx:pt idx="517">34350</cx:pt>
          <cx:pt idx="518">34377</cx:pt>
          <cx:pt idx="519">34380</cx:pt>
          <cx:pt idx="520">34412</cx:pt>
          <cx:pt idx="521">34421</cx:pt>
          <cx:pt idx="522">34421</cx:pt>
          <cx:pt idx="523">34445</cx:pt>
          <cx:pt idx="524">34469</cx:pt>
          <cx:pt idx="525">34487</cx:pt>
          <cx:pt idx="526">34529</cx:pt>
          <cx:pt idx="527">34554</cx:pt>
          <cx:pt idx="528">34578</cx:pt>
          <cx:pt idx="529">34587</cx:pt>
          <cx:pt idx="530">34596</cx:pt>
          <cx:pt idx="531">34596</cx:pt>
          <cx:pt idx="532">34600</cx:pt>
          <cx:pt idx="533">34600</cx:pt>
          <cx:pt idx="534">34633</cx:pt>
          <cx:pt idx="535">34704</cx:pt>
          <cx:pt idx="536">34728</cx:pt>
          <cx:pt idx="537">34738</cx:pt>
          <cx:pt idx="538">34824</cx:pt>
          <cx:pt idx="539">34824</cx:pt>
          <cx:pt idx="540">34838</cx:pt>
          <cx:pt idx="541">34853</cx:pt>
          <cx:pt idx="542">34916</cx:pt>
          <cx:pt idx="543">34935</cx:pt>
          <cx:pt idx="544">34935</cx:pt>
          <cx:pt idx="545">34941</cx:pt>
          <cx:pt idx="546">34961</cx:pt>
          <cx:pt idx="547">34968</cx:pt>
          <cx:pt idx="548">34984</cx:pt>
          <cx:pt idx="549">35178</cx:pt>
          <cx:pt idx="550">35178</cx:pt>
          <cx:pt idx="551">35196</cx:pt>
          <cx:pt idx="552">35196</cx:pt>
          <cx:pt idx="553">35246</cx:pt>
          <cx:pt idx="554">35322</cx:pt>
          <cx:pt idx="555">35340</cx:pt>
          <cx:pt idx="556">35388</cx:pt>
          <cx:pt idx="557">35416</cx:pt>
          <cx:pt idx="558">35441</cx:pt>
          <cx:pt idx="559">35523</cx:pt>
          <cx:pt idx="560">35544</cx:pt>
          <cx:pt idx="561">35641</cx:pt>
          <cx:pt idx="562">35682</cx:pt>
          <cx:pt idx="563">35684</cx:pt>
          <cx:pt idx="564">35688</cx:pt>
          <cx:pt idx="565">35688</cx:pt>
          <cx:pt idx="566">35701</cx:pt>
          <cx:pt idx="567">35704</cx:pt>
          <cx:pt idx="568">35765</cx:pt>
          <cx:pt idx="569">35788</cx:pt>
          <cx:pt idx="570">35790</cx:pt>
          <cx:pt idx="571">35791</cx:pt>
          <cx:pt idx="572">35791</cx:pt>
          <cx:pt idx="573">35797</cx:pt>
          <cx:pt idx="574">35860</cx:pt>
          <cx:pt idx="575">35860</cx:pt>
          <cx:pt idx="576">35860</cx:pt>
          <cx:pt idx="577">35860</cx:pt>
          <cx:pt idx="578">35876</cx:pt>
          <cx:pt idx="579">35893</cx:pt>
          <cx:pt idx="580">35924</cx:pt>
          <cx:pt idx="581">35946</cx:pt>
          <cx:pt idx="582">36026</cx:pt>
          <cx:pt idx="583">36038</cx:pt>
          <cx:pt idx="584">36065</cx:pt>
          <cx:pt idx="585">36075</cx:pt>
          <cx:pt idx="586">36108</cx:pt>
          <cx:pt idx="587">36130</cx:pt>
          <cx:pt idx="588">36138</cx:pt>
          <cx:pt idx="589">36143</cx:pt>
          <cx:pt idx="590">36145</cx:pt>
          <cx:pt idx="591">36230</cx:pt>
          <cx:pt idx="592">36262</cx:pt>
          <cx:pt idx="593">36273</cx:pt>
          <cx:pt idx="594">36283</cx:pt>
          <cx:pt idx="595">36301</cx:pt>
          <cx:pt idx="596">36317</cx:pt>
          <cx:pt idx="597">36408</cx:pt>
          <cx:pt idx="598">36443</cx:pt>
          <cx:pt idx="599">36550</cx:pt>
          <cx:pt idx="600">36627</cx:pt>
          <cx:pt idx="601">36634</cx:pt>
          <cx:pt idx="602">36640</cx:pt>
          <cx:pt idx="603">36663</cx:pt>
          <cx:pt idx="604">36715</cx:pt>
          <cx:pt idx="605">36732</cx:pt>
          <cx:pt idx="606">36736</cx:pt>
          <cx:pt idx="607">36778</cx:pt>
          <cx:pt idx="608">36781</cx:pt>
          <cx:pt idx="609">36790</cx:pt>
          <cx:pt idx="610">36802</cx:pt>
          <cx:pt idx="611">36807</cx:pt>
          <cx:pt idx="612">36864</cx:pt>
          <cx:pt idx="613">36921</cx:pt>
          <cx:pt idx="614">36927</cx:pt>
          <cx:pt idx="615">36930</cx:pt>
          <cx:pt idx="616">36947</cx:pt>
          <cx:pt idx="617">36957</cx:pt>
          <cx:pt idx="618">36959</cx:pt>
          <cx:pt idx="619">36975</cx:pt>
          <cx:pt idx="620">36997</cx:pt>
          <cx:pt idx="621">37040</cx:pt>
          <cx:pt idx="622">37054</cx:pt>
          <cx:pt idx="623">37070</cx:pt>
          <cx:pt idx="624">37070</cx:pt>
          <cx:pt idx="625">37085</cx:pt>
          <cx:pt idx="626">37087</cx:pt>
          <cx:pt idx="627">37126</cx:pt>
          <cx:pt idx="628">37150</cx:pt>
          <cx:pt idx="629">37155</cx:pt>
          <cx:pt idx="630">37235</cx:pt>
          <cx:pt idx="631">37244</cx:pt>
          <cx:pt idx="632">37284</cx:pt>
          <cx:pt idx="633">37284</cx:pt>
          <cx:pt idx="634">37292</cx:pt>
          <cx:pt idx="635">37334</cx:pt>
          <cx:pt idx="636">37368</cx:pt>
          <cx:pt idx="637">37395</cx:pt>
          <cx:pt idx="638">37401</cx:pt>
          <cx:pt idx="639">37401</cx:pt>
          <cx:pt idx="640">37406</cx:pt>
          <cx:pt idx="641">37509</cx:pt>
          <cx:pt idx="642">37633</cx:pt>
          <cx:pt idx="643">37697</cx:pt>
          <cx:pt idx="644">37697</cx:pt>
          <cx:pt idx="645">37716</cx:pt>
          <cx:pt idx="646">37717</cx:pt>
          <cx:pt idx="647">37717</cx:pt>
          <cx:pt idx="648">37758</cx:pt>
          <cx:pt idx="649">37758</cx:pt>
          <cx:pt idx="650">37760</cx:pt>
          <cx:pt idx="651">37760</cx:pt>
          <cx:pt idx="652">37760</cx:pt>
          <cx:pt idx="653">37774</cx:pt>
          <cx:pt idx="654">37787</cx:pt>
          <cx:pt idx="655">37859</cx:pt>
          <cx:pt idx="656">37929</cx:pt>
          <cx:pt idx="657">37971</cx:pt>
          <cx:pt idx="658">38054</cx:pt>
          <cx:pt idx="659">38097</cx:pt>
          <cx:pt idx="660">38136</cx:pt>
          <cx:pt idx="661">38175</cx:pt>
          <cx:pt idx="662">38179</cx:pt>
          <cx:pt idx="663">38196</cx:pt>
          <cx:pt idx="664">38197</cx:pt>
          <cx:pt idx="665">38200</cx:pt>
          <cx:pt idx="666">38201</cx:pt>
          <cx:pt idx="667">38232</cx:pt>
          <cx:pt idx="668">38236</cx:pt>
          <cx:pt idx="669">38285</cx:pt>
          <cx:pt idx="670">38360</cx:pt>
          <cx:pt idx="671">38361</cx:pt>
          <cx:pt idx="672">38361</cx:pt>
          <cx:pt idx="673">38410</cx:pt>
          <cx:pt idx="674">38415</cx:pt>
          <cx:pt idx="675">38443</cx:pt>
          <cx:pt idx="676">38452</cx:pt>
          <cx:pt idx="677">38452</cx:pt>
          <cx:pt idx="678">38508</cx:pt>
          <cx:pt idx="679">38513</cx:pt>
          <cx:pt idx="680">38547</cx:pt>
          <cx:pt idx="681">38557</cx:pt>
          <cx:pt idx="682">38576</cx:pt>
          <cx:pt idx="683">38578</cx:pt>
          <cx:pt idx="684">38578</cx:pt>
          <cx:pt idx="685">38590</cx:pt>
          <cx:pt idx="686">38593</cx:pt>
          <cx:pt idx="687">38620</cx:pt>
          <cx:pt idx="688">38620</cx:pt>
          <cx:pt idx="689">38643</cx:pt>
          <cx:pt idx="690">38680</cx:pt>
          <cx:pt idx="691">38683</cx:pt>
          <cx:pt idx="692">38702</cx:pt>
          <cx:pt idx="693">38725</cx:pt>
          <cx:pt idx="694">38741</cx:pt>
          <cx:pt idx="695">38808</cx:pt>
          <cx:pt idx="696">38823</cx:pt>
          <cx:pt idx="697">38829</cx:pt>
          <cx:pt idx="698">38853</cx:pt>
          <cx:pt idx="699">38872</cx:pt>
          <cx:pt idx="700">38887</cx:pt>
          <cx:pt idx="701">38946</cx:pt>
          <cx:pt idx="702">38946</cx:pt>
          <cx:pt idx="703">38961</cx:pt>
          <cx:pt idx="704">38988</cx:pt>
          <cx:pt idx="705">38998</cx:pt>
          <cx:pt idx="706">38998</cx:pt>
          <cx:pt idx="707">39062</cx:pt>
          <cx:pt idx="708">39146</cx:pt>
          <cx:pt idx="709">39190</cx:pt>
          <cx:pt idx="710">39228</cx:pt>
          <cx:pt idx="711">39356</cx:pt>
          <cx:pt idx="712">39435</cx:pt>
          <cx:pt idx="713">39453</cx:pt>
          <cx:pt idx="714">39548</cx:pt>
          <cx:pt idx="715">39552</cx:pt>
          <cx:pt idx="716">39660</cx:pt>
          <cx:pt idx="717">39665</cx:pt>
          <cx:pt idx="718">39684</cx:pt>
          <cx:pt idx="719">39722</cx:pt>
          <cx:pt idx="720">39747</cx:pt>
          <cx:pt idx="721">39763</cx:pt>
          <cx:pt idx="722">39767</cx:pt>
          <cx:pt idx="723">39771</cx:pt>
          <cx:pt idx="724">39791</cx:pt>
          <cx:pt idx="725">39858</cx:pt>
          <cx:pt idx="726">39898</cx:pt>
          <cx:pt idx="727">39898</cx:pt>
          <cx:pt idx="728">39922</cx:pt>
          <cx:pt idx="729">39922</cx:pt>
          <cx:pt idx="730">39922</cx:pt>
          <cx:pt idx="731">39996</cx:pt>
          <cx:pt idx="732">40049</cx:pt>
          <cx:pt idx="733">40049</cx:pt>
          <cx:pt idx="734">40059</cx:pt>
          <cx:pt idx="735">40101</cx:pt>
          <cx:pt idx="736">40211</cx:pt>
          <cx:pt idx="737">40233</cx:pt>
          <cx:pt idx="738">40246</cx:pt>
          <cx:pt idx="739">40304</cx:pt>
          <cx:pt idx="740">40321</cx:pt>
          <cx:pt idx="741">40321</cx:pt>
          <cx:pt idx="742">40344</cx:pt>
          <cx:pt idx="743">40442</cx:pt>
          <cx:pt idx="744">40451</cx:pt>
          <cx:pt idx="745">40464</cx:pt>
          <cx:pt idx="746">40479</cx:pt>
          <cx:pt idx="747">40521</cx:pt>
          <cx:pt idx="748">40548</cx:pt>
          <cx:pt idx="749">40590</cx:pt>
          <cx:pt idx="750">40590</cx:pt>
          <cx:pt idx="751">40637</cx:pt>
          <cx:pt idx="752">40662</cx:pt>
          <cx:pt idx="753">40689</cx:pt>
          <cx:pt idx="754">40689</cx:pt>
          <cx:pt idx="755">40706</cx:pt>
          <cx:pt idx="756">40737</cx:pt>
          <cx:pt idx="757">40760</cx:pt>
          <cx:pt idx="758">40780</cx:pt>
          <cx:pt idx="759">40794</cx:pt>
          <cx:pt idx="760">40800</cx:pt>
          <cx:pt idx="761">40851</cx:pt>
          <cx:pt idx="762">40887</cx:pt>
          <cx:pt idx="763">41003</cx:pt>
          <cx:pt idx="764">41014</cx:pt>
          <cx:pt idx="765">41020</cx:pt>
          <cx:pt idx="766">41021</cx:pt>
          <cx:pt idx="767">41039</cx:pt>
          <cx:pt idx="768">41120</cx:pt>
          <cx:pt idx="769">41124</cx:pt>
          <cx:pt idx="770">41145</cx:pt>
          <cx:pt idx="771">41154</cx:pt>
          <cx:pt idx="772">41275</cx:pt>
          <cx:pt idx="773">41335</cx:pt>
          <cx:pt idx="774">41335</cx:pt>
          <cx:pt idx="775">41411</cx:pt>
          <cx:pt idx="776">41437</cx:pt>
          <cx:pt idx="777">41443</cx:pt>
          <cx:pt idx="778">41452</cx:pt>
          <cx:pt idx="779">41473</cx:pt>
          <cx:pt idx="780">41551</cx:pt>
          <cx:pt idx="781">41580</cx:pt>
          <cx:pt idx="782">41638</cx:pt>
          <cx:pt idx="783">41644</cx:pt>
          <cx:pt idx="784">41658</cx:pt>
          <cx:pt idx="785">41713</cx:pt>
          <cx:pt idx="786">41728</cx:pt>
          <cx:pt idx="787">41769</cx:pt>
          <cx:pt idx="788">41850</cx:pt>
          <cx:pt idx="789">41883</cx:pt>
          <cx:pt idx="790">41967</cx:pt>
          <cx:pt idx="791">41986</cx:pt>
          <cx:pt idx="792">42000</cx:pt>
          <cx:pt idx="793">42000</cx:pt>
          <cx:pt idx="794">42011</cx:pt>
          <cx:pt idx="795">42014</cx:pt>
          <cx:pt idx="796">42014</cx:pt>
          <cx:pt idx="797">42021</cx:pt>
          <cx:pt idx="798">42033</cx:pt>
          <cx:pt idx="799">42081</cx:pt>
          <cx:pt idx="800">42160</cx:pt>
          <cx:pt idx="801">42162</cx:pt>
          <cx:pt idx="802">42169</cx:pt>
          <cx:pt idx="803">42192</cx:pt>
          <cx:pt idx="804">42207</cx:pt>
          <cx:pt idx="805">42213</cx:pt>
          <cx:pt idx="806">42231</cx:pt>
          <cx:pt idx="807">42243</cx:pt>
          <cx:pt idx="808">42315</cx:pt>
          <cx:pt idx="809">42373</cx:pt>
          <cx:pt idx="810">42386</cx:pt>
          <cx:pt idx="811">42386</cx:pt>
          <cx:pt idx="812">42387</cx:pt>
          <cx:pt idx="813">42394</cx:pt>
          <cx:pt idx="814">42395</cx:pt>
          <cx:pt idx="815">42403</cx:pt>
          <cx:pt idx="816">42429</cx:pt>
          <cx:pt idx="817">42429</cx:pt>
          <cx:pt idx="818">42473</cx:pt>
          <cx:pt idx="819">42523</cx:pt>
          <cx:pt idx="820">42523</cx:pt>
          <cx:pt idx="821">42554</cx:pt>
          <cx:pt idx="822">42557</cx:pt>
          <cx:pt idx="823">42564</cx:pt>
          <cx:pt idx="824">42586</cx:pt>
          <cx:pt idx="825">42586</cx:pt>
          <cx:pt idx="826">42607</cx:pt>
          <cx:pt idx="827">42618</cx:pt>
          <cx:pt idx="828">42664</cx:pt>
          <cx:pt idx="829">42670</cx:pt>
          <cx:pt idx="830">42691</cx:pt>
          <cx:pt idx="831">42693</cx:pt>
          <cx:pt idx="832">42710</cx:pt>
          <cx:pt idx="833">42720</cx:pt>
          <cx:pt idx="834">42731</cx:pt>
          <cx:pt idx="835">42767</cx:pt>
          <cx:pt idx="836">42769</cx:pt>
          <cx:pt idx="837">42835</cx:pt>
          <cx:pt idx="838">42873</cx:pt>
          <cx:pt idx="839">42997</cx:pt>
          <cx:pt idx="840">43018</cx:pt>
          <cx:pt idx="841">43020</cx:pt>
          <cx:pt idx="842">43050</cx:pt>
          <cx:pt idx="843">43057</cx:pt>
          <cx:pt idx="844">43140</cx:pt>
          <cx:pt idx="845">43142</cx:pt>
          <cx:pt idx="846">43185</cx:pt>
          <cx:pt idx="847">43263</cx:pt>
          <cx:pt idx="848">43269</cx:pt>
          <cx:pt idx="849">43300</cx:pt>
          <cx:pt idx="850">43322</cx:pt>
          <cx:pt idx="851">43456</cx:pt>
          <cx:pt idx="852">43462</cx:pt>
          <cx:pt idx="853">43482</cx:pt>
          <cx:pt idx="854">43586</cx:pt>
          <cx:pt idx="855">43602</cx:pt>
          <cx:pt idx="856">43638</cx:pt>
          <cx:pt idx="857">43641</cx:pt>
          <cx:pt idx="858">43776</cx:pt>
          <cx:pt idx="859">43776</cx:pt>
          <cx:pt idx="860">43783</cx:pt>
          <cx:pt idx="861">43795</cx:pt>
          <cx:pt idx="862">43815</cx:pt>
          <cx:pt idx="863">43824</cx:pt>
          <cx:pt idx="864">43974</cx:pt>
          <cx:pt idx="865">44010</cx:pt>
          <cx:pt idx="866">44051</cx:pt>
          <cx:pt idx="867">44078</cx:pt>
          <cx:pt idx="868">44124</cx:pt>
          <cx:pt idx="869">44155</cx:pt>
          <cx:pt idx="870">44159</cx:pt>
          <cx:pt idx="871">44213</cx:pt>
          <cx:pt idx="872">44267</cx:pt>
          <cx:pt idx="873">44300</cx:pt>
          <cx:pt idx="874">44319</cx:pt>
          <cx:pt idx="875">44322</cx:pt>
          <cx:pt idx="876">44325</cx:pt>
          <cx:pt idx="877">44359</cx:pt>
          <cx:pt idx="878">44375</cx:pt>
          <cx:pt idx="879">44377</cx:pt>
          <cx:pt idx="880">44392</cx:pt>
          <cx:pt idx="881">44393</cx:pt>
          <cx:pt idx="882">44421</cx:pt>
          <cx:pt idx="883">44503</cx:pt>
          <cx:pt idx="884">44511</cx:pt>
          <cx:pt idx="885">44512</cx:pt>
          <cx:pt idx="886">44529</cx:pt>
          <cx:pt idx="887">44551</cx:pt>
          <cx:pt idx="888">44602</cx:pt>
          <cx:pt idx="889">44635</cx:pt>
          <cx:pt idx="890">44689</cx:pt>
          <cx:pt idx="891">44794</cx:pt>
          <cx:pt idx="892">44794</cx:pt>
          <cx:pt idx="893">44802</cx:pt>
          <cx:pt idx="894">44911</cx:pt>
          <cx:pt idx="895">44931</cx:pt>
          <cx:pt idx="896">44953</cx:pt>
          <cx:pt idx="897">44964</cx:pt>
          <cx:pt idx="898">44989</cx:pt>
          <cx:pt idx="899">44989</cx:pt>
          <cx:pt idx="900">45006</cx:pt>
          <cx:pt idx="901">45057</cx:pt>
          <cx:pt idx="902">45068</cx:pt>
          <cx:pt idx="903">45072</cx:pt>
          <cx:pt idx="904">45143</cx:pt>
          <cx:pt idx="905">45143</cx:pt>
          <cx:pt idx="906">45146</cx:pt>
          <cx:pt idx="907">45160</cx:pt>
          <cx:pt idx="908">45183</cx:pt>
          <cx:pt idx="909">45203</cx:pt>
          <cx:pt idx="910">45204</cx:pt>
          <cx:pt idx="911">45207</cx:pt>
          <cx:pt idx="912">45503</cx:pt>
          <cx:pt idx="913">45576</cx:pt>
          <cx:pt idx="914">45579</cx:pt>
          <cx:pt idx="915">45684</cx:pt>
          <cx:pt idx="916">45688</cx:pt>
          <cx:pt idx="917">45736</cx:pt>
          <cx:pt idx="918">45759</cx:pt>
          <cx:pt idx="919">45759</cx:pt>
          <cx:pt idx="920">45837</cx:pt>
          <cx:pt idx="921">45889</cx:pt>
          <cx:pt idx="922">45894</cx:pt>
          <cx:pt idx="923">45903</cx:pt>
          <cx:pt idx="924">45906</cx:pt>
          <cx:pt idx="925">45921</cx:pt>
          <cx:pt idx="926">45938</cx:pt>
          <cx:pt idx="927">45989</cx:pt>
          <cx:pt idx="928">46014</cx:pt>
          <cx:pt idx="929">46015</cx:pt>
          <cx:pt idx="930">46015</cx:pt>
          <cx:pt idx="931">46049</cx:pt>
          <cx:pt idx="932">46053</cx:pt>
          <cx:pt idx="933">46086</cx:pt>
          <cx:pt idx="934">46094</cx:pt>
          <cx:pt idx="935">46097</cx:pt>
          <cx:pt idx="936">46098</cx:pt>
          <cx:pt idx="937">46098</cx:pt>
          <cx:pt idx="938">46098</cx:pt>
          <cx:pt idx="939">46102</cx:pt>
          <cx:pt idx="940">46106</cx:pt>
          <cx:pt idx="941">46107</cx:pt>
          <cx:pt idx="942">46149</cx:pt>
          <cx:pt idx="943">46231</cx:pt>
          <cx:pt idx="944">46310</cx:pt>
          <cx:pt idx="945">46344</cx:pt>
          <cx:pt idx="946">46344</cx:pt>
          <cx:pt idx="947">46374</cx:pt>
          <cx:pt idx="948">46377</cx:pt>
          <cx:pt idx="949">46390</cx:pt>
          <cx:pt idx="950">46423</cx:pt>
          <cx:pt idx="951">46423</cx:pt>
          <cx:pt idx="952">46463</cx:pt>
          <cx:pt idx="953">46524</cx:pt>
          <cx:pt idx="954">46610</cx:pt>
          <cx:pt idx="955">46610</cx:pt>
          <cx:pt idx="956">46681</cx:pt>
          <cx:pt idx="957">46681</cx:pt>
          <cx:pt idx="958">46692</cx:pt>
          <cx:pt idx="959">46734</cx:pt>
          <cx:pt idx="960">46734</cx:pt>
          <cx:pt idx="961">46757</cx:pt>
          <cx:pt idx="962">46772</cx:pt>
          <cx:pt idx="963">46779</cx:pt>
          <cx:pt idx="964">46831</cx:pt>
          <cx:pt idx="965">46854</cx:pt>
          <cx:pt idx="966">46891</cx:pt>
          <cx:pt idx="967">46891</cx:pt>
          <cx:pt idx="968">46904</cx:pt>
          <cx:pt idx="969">46910</cx:pt>
          <cx:pt idx="970">46923</cx:pt>
          <cx:pt idx="971">46931</cx:pt>
          <cx:pt idx="972">46984</cx:pt>
          <cx:pt idx="973">46998</cx:pt>
          <cx:pt idx="974">47009</cx:pt>
          <cx:pt idx="975">47025</cx:pt>
          <cx:pt idx="976">47025</cx:pt>
          <cx:pt idx="977">47025</cx:pt>
          <cx:pt idx="978">47111</cx:pt>
          <cx:pt idx="979">47139</cx:pt>
          <cx:pt idx="980">47175</cx:pt>
          <cx:pt idx="981">47320</cx:pt>
          <cx:pt idx="982">47352</cx:pt>
          <cx:pt idx="983">47352</cx:pt>
          <cx:pt idx="984">47353</cx:pt>
          <cx:pt idx="985">47472</cx:pt>
          <cx:pt idx="986">47570</cx:pt>
          <cx:pt idx="987">47682</cx:pt>
          <cx:pt idx="988">47691</cx:pt>
          <cx:pt idx="989">47703</cx:pt>
          <cx:pt idx="990">47743</cx:pt>
          <cx:pt idx="991">47808</cx:pt>
          <cx:pt idx="992">47821</cx:pt>
          <cx:pt idx="993">47823</cx:pt>
          <cx:pt idx="994">47850</cx:pt>
          <cx:pt idx="995">47889</cx:pt>
          <cx:pt idx="996">47916</cx:pt>
          <cx:pt idx="997">47958</cx:pt>
          <cx:pt idx="998">48006</cx:pt>
          <cx:pt idx="999">48070</cx:pt>
          <cx:pt idx="1000">48150</cx:pt>
          <cx:pt idx="1001">48178</cx:pt>
          <cx:pt idx="1002">48186</cx:pt>
          <cx:pt idx="1003">48192</cx:pt>
          <cx:pt idx="1004">48195</cx:pt>
          <cx:pt idx="1005">48240</cx:pt>
          <cx:pt idx="1006">48330</cx:pt>
          <cx:pt idx="1007">48432</cx:pt>
          <cx:pt idx="1008">48432</cx:pt>
          <cx:pt idx="1009">48432</cx:pt>
          <cx:pt idx="1010">48526</cx:pt>
          <cx:pt idx="1011">48686</cx:pt>
          <cx:pt idx="1012">48699</cx:pt>
          <cx:pt idx="1013">48721</cx:pt>
          <cx:pt idx="1014">48726</cx:pt>
          <cx:pt idx="1015">48752</cx:pt>
          <cx:pt idx="1016">48767</cx:pt>
          <cx:pt idx="1017">48789</cx:pt>
          <cx:pt idx="1018">48794</cx:pt>
          <cx:pt idx="1019">48799</cx:pt>
          <cx:pt idx="1020">48877</cx:pt>
          <cx:pt idx="1021">48904</cx:pt>
          <cx:pt idx="1022">48918</cx:pt>
          <cx:pt idx="1023">48918</cx:pt>
          <cx:pt idx="1024">48920</cx:pt>
          <cx:pt idx="1025">48948</cx:pt>
          <cx:pt idx="1026">48948</cx:pt>
          <cx:pt idx="1027">48985</cx:pt>
          <cx:pt idx="1028">49090</cx:pt>
          <cx:pt idx="1029">49094</cx:pt>
          <cx:pt idx="1030">49096</cx:pt>
          <cx:pt idx="1031">49118</cx:pt>
          <cx:pt idx="1032">49154</cx:pt>
          <cx:pt idx="1033">49160</cx:pt>
          <cx:pt idx="1034">49166</cx:pt>
          <cx:pt idx="1035">49187</cx:pt>
          <cx:pt idx="1036">49269</cx:pt>
          <cx:pt idx="1037">49389</cx:pt>
          <cx:pt idx="1038">49413</cx:pt>
          <cx:pt idx="1039">49431</cx:pt>
          <cx:pt idx="1040">49476</cx:pt>
          <cx:pt idx="1041">49494</cx:pt>
          <cx:pt idx="1042">49505</cx:pt>
          <cx:pt idx="1043">49514</cx:pt>
          <cx:pt idx="1044">49544</cx:pt>
          <cx:pt idx="1045">49572</cx:pt>
          <cx:pt idx="1046">49605</cx:pt>
          <cx:pt idx="1047">49618</cx:pt>
          <cx:pt idx="1048">49638</cx:pt>
          <cx:pt idx="1049">49667</cx:pt>
          <cx:pt idx="1050">49669</cx:pt>
          <cx:pt idx="1051">49678</cx:pt>
          <cx:pt idx="1052">49681</cx:pt>
          <cx:pt idx="1053">49681</cx:pt>
          <cx:pt idx="1054">49767</cx:pt>
          <cx:pt idx="1055">49854</cx:pt>
          <cx:pt idx="1056">49912</cx:pt>
          <cx:pt idx="1057">49912</cx:pt>
          <cx:pt idx="1058">49967</cx:pt>
          <cx:pt idx="1059">49980</cx:pt>
          <cx:pt idx="1060">50002</cx:pt>
          <cx:pt idx="1061">50014</cx:pt>
          <cx:pt idx="1062">50116</cx:pt>
          <cx:pt idx="1063">50127</cx:pt>
          <cx:pt idx="1064">50150</cx:pt>
          <cx:pt idx="1065">50150</cx:pt>
          <cx:pt idx="1066">50183</cx:pt>
          <cx:pt idx="1067">50200</cx:pt>
          <cx:pt idx="1068">50272</cx:pt>
          <cx:pt idx="1069">50300</cx:pt>
          <cx:pt idx="1070">50334</cx:pt>
          <cx:pt idx="1071">50353</cx:pt>
          <cx:pt idx="1072">50387</cx:pt>
          <cx:pt idx="1073">50388</cx:pt>
          <cx:pt idx="1074">50437</cx:pt>
          <cx:pt idx="1075">50447</cx:pt>
          <cx:pt idx="1076">50501</cx:pt>
          <cx:pt idx="1077">50520</cx:pt>
          <cx:pt idx="1078">50523</cx:pt>
          <cx:pt idx="1079">50611</cx:pt>
          <cx:pt idx="1080">50611</cx:pt>
          <cx:pt idx="1081">50616</cx:pt>
          <cx:pt idx="1082">50616</cx:pt>
          <cx:pt idx="1083">50664</cx:pt>
          <cx:pt idx="1084">50725</cx:pt>
          <cx:pt idx="1085">50729</cx:pt>
          <cx:pt idx="1086">50737</cx:pt>
          <cx:pt idx="1087">50785</cx:pt>
          <cx:pt idx="1088">50870</cx:pt>
          <cx:pt idx="1089">50898</cx:pt>
          <cx:pt idx="1090">50943</cx:pt>
          <cx:pt idx="1091">50943</cx:pt>
          <cx:pt idx="1092">50965</cx:pt>
          <cx:pt idx="1093">51012</cx:pt>
          <cx:pt idx="1094">51012</cx:pt>
          <cx:pt idx="1095">51039</cx:pt>
          <cx:pt idx="1096">51111</cx:pt>
          <cx:pt idx="1097">51124</cx:pt>
          <cx:pt idx="1098">51141</cx:pt>
          <cx:pt idx="1099">51148</cx:pt>
          <cx:pt idx="1100">51195</cx:pt>
          <cx:pt idx="1101">51250</cx:pt>
          <cx:pt idx="1102">51267</cx:pt>
          <cx:pt idx="1103">51287</cx:pt>
          <cx:pt idx="1104">51315</cx:pt>
          <cx:pt idx="1105">51369</cx:pt>
          <cx:pt idx="1106">51369</cx:pt>
          <cx:pt idx="1107">51373</cx:pt>
          <cx:pt idx="1108">51390</cx:pt>
          <cx:pt idx="1109">51411</cx:pt>
          <cx:pt idx="1110">51412</cx:pt>
          <cx:pt idx="1111">51479</cx:pt>
          <cx:pt idx="1112">51518</cx:pt>
          <cx:pt idx="1113">51529</cx:pt>
          <cx:pt idx="1114">51537</cx:pt>
          <cx:pt idx="1115">51563</cx:pt>
          <cx:pt idx="1116">51569</cx:pt>
          <cx:pt idx="1117">51650</cx:pt>
          <cx:pt idx="1118">51651</cx:pt>
          <cx:pt idx="1119">51717</cx:pt>
          <cx:pt idx="1120">51766</cx:pt>
          <cx:pt idx="1121">51813</cx:pt>
          <cx:pt idx="1122">51876</cx:pt>
          <cx:pt idx="1123">51948</cx:pt>
          <cx:pt idx="1124">51983</cx:pt>
          <cx:pt idx="1125">52034</cx:pt>
          <cx:pt idx="1126">52074</cx:pt>
          <cx:pt idx="1127">52117</cx:pt>
          <cx:pt idx="1128">52157</cx:pt>
          <cx:pt idx="1129">52190</cx:pt>
          <cx:pt idx="1130">52195</cx:pt>
          <cx:pt idx="1131">52203</cx:pt>
          <cx:pt idx="1132">52278</cx:pt>
          <cx:pt idx="1133">52278</cx:pt>
          <cx:pt idx="1134">52332</cx:pt>
          <cx:pt idx="1135">52413</cx:pt>
          <cx:pt idx="1136">52413</cx:pt>
          <cx:pt idx="1137">52513</cx:pt>
          <cx:pt idx="1138">52531</cx:pt>
          <cx:pt idx="1139">52569</cx:pt>
          <cx:pt idx="1140">52597</cx:pt>
          <cx:pt idx="1141">52614</cx:pt>
          <cx:pt idx="1142">52614</cx:pt>
          <cx:pt idx="1143">52750</cx:pt>
          <cx:pt idx="1144">52845</cx:pt>
          <cx:pt idx="1145">52852</cx:pt>
          <cx:pt idx="1146">52854</cx:pt>
          <cx:pt idx="1147">52869</cx:pt>
          <cx:pt idx="1148">52914</cx:pt>
          <cx:pt idx="1149">52973</cx:pt>
          <cx:pt idx="1150">53034</cx:pt>
          <cx:pt idx="1151">53083</cx:pt>
          <cx:pt idx="1152">53103</cx:pt>
          <cx:pt idx="1153">53154</cx:pt>
          <cx:pt idx="1154">53172</cx:pt>
          <cx:pt idx="1155">53187</cx:pt>
          <cx:pt idx="1156">53201</cx:pt>
          <cx:pt idx="1157">53204</cx:pt>
          <cx:pt idx="1158">53230</cx:pt>
          <cx:pt idx="1159">53233</cx:pt>
          <cx:pt idx="1160">53253</cx:pt>
          <cx:pt idx="1161">53312</cx:pt>
          <cx:pt idx="1162">53359</cx:pt>
          <cx:pt idx="1163">53367</cx:pt>
          <cx:pt idx="1164">53374</cx:pt>
          <cx:pt idx="1165">53378</cx:pt>
          <cx:pt idx="1166">53537</cx:pt>
          <cx:pt idx="1167">53593</cx:pt>
          <cx:pt idx="1168">53653</cx:pt>
          <cx:pt idx="1169">53700</cx:pt>
          <cx:pt idx="1170">53761</cx:pt>
          <cx:pt idx="1171">53790</cx:pt>
          <cx:pt idx="1172">53843</cx:pt>
          <cx:pt idx="1173">53858</cx:pt>
          <cx:pt idx="1174">53863</cx:pt>
          <cx:pt idx="1175">53977</cx:pt>
          <cx:pt idx="1176">53977</cx:pt>
          <cx:pt idx="1177">54006</cx:pt>
          <cx:pt idx="1178">54058</cx:pt>
          <cx:pt idx="1179">54072</cx:pt>
          <cx:pt idx="1180">54108</cx:pt>
          <cx:pt idx="1181">54111</cx:pt>
          <cx:pt idx="1182">54132</cx:pt>
          <cx:pt idx="1183">54137</cx:pt>
          <cx:pt idx="1184">54162</cx:pt>
          <cx:pt idx="1185">54165</cx:pt>
          <cx:pt idx="1186">54178</cx:pt>
          <cx:pt idx="1187">54197</cx:pt>
          <cx:pt idx="1188">54198</cx:pt>
          <cx:pt idx="1189">54210</cx:pt>
          <cx:pt idx="1190">54222</cx:pt>
          <cx:pt idx="1191">54233</cx:pt>
          <cx:pt idx="1192">54237</cx:pt>
          <cx:pt idx="1193">54252</cx:pt>
          <cx:pt idx="1194">54342</cx:pt>
          <cx:pt idx="1195">54348</cx:pt>
          <cx:pt idx="1196">54356</cx:pt>
          <cx:pt idx="1197">54386</cx:pt>
          <cx:pt idx="1198">54414</cx:pt>
          <cx:pt idx="1199">54432</cx:pt>
          <cx:pt idx="1200">54450</cx:pt>
          <cx:pt idx="1201">54450</cx:pt>
          <cx:pt idx="1202">54456</cx:pt>
          <cx:pt idx="1203">54466</cx:pt>
          <cx:pt idx="1204">54549</cx:pt>
          <cx:pt idx="1205">54591</cx:pt>
          <cx:pt idx="1206">54603</cx:pt>
          <cx:pt idx="1207">54690</cx:pt>
          <cx:pt idx="1208">54690</cx:pt>
          <cx:pt idx="1209">54693</cx:pt>
          <cx:pt idx="1210">54730</cx:pt>
          <cx:pt idx="1211">54753</cx:pt>
          <cx:pt idx="1212">54803</cx:pt>
          <cx:pt idx="1213">54809</cx:pt>
          <cx:pt idx="1214">54809</cx:pt>
          <cx:pt idx="1215">54880</cx:pt>
          <cx:pt idx="1216">54959</cx:pt>
          <cx:pt idx="1217">54984</cx:pt>
          <cx:pt idx="1218">54998</cx:pt>
          <cx:pt idx="1219">55012</cx:pt>
          <cx:pt idx="1220">55158</cx:pt>
          <cx:pt idx="1221">55212</cx:pt>
          <cx:pt idx="1222">55212</cx:pt>
          <cx:pt idx="1223">55239</cx:pt>
          <cx:pt idx="1224">55249</cx:pt>
          <cx:pt idx="1225">55250</cx:pt>
          <cx:pt idx="1226">55260</cx:pt>
          <cx:pt idx="1227">55267</cx:pt>
          <cx:pt idx="1228">55282</cx:pt>
          <cx:pt idx="1229">55284</cx:pt>
          <cx:pt idx="1230">55357</cx:pt>
          <cx:pt idx="1231">55375</cx:pt>
          <cx:pt idx="1232">55412</cx:pt>
          <cx:pt idx="1233">55424</cx:pt>
          <cx:pt idx="1234">55434</cx:pt>
          <cx:pt idx="1235">55517</cx:pt>
          <cx:pt idx="1236">55521</cx:pt>
          <cx:pt idx="1237">55563</cx:pt>
          <cx:pt idx="1238">55593</cx:pt>
          <cx:pt idx="1239">55614</cx:pt>
          <cx:pt idx="1240">55635</cx:pt>
          <cx:pt idx="1241">55686</cx:pt>
          <cx:pt idx="1242">55707</cx:pt>
          <cx:pt idx="1243">55759</cx:pt>
          <cx:pt idx="1244">55761</cx:pt>
          <cx:pt idx="1245">55801</cx:pt>
          <cx:pt idx="1246">55842</cx:pt>
          <cx:pt idx="1247">55914</cx:pt>
          <cx:pt idx="1248">55951</cx:pt>
          <cx:pt idx="1249">55954</cx:pt>
          <cx:pt idx="1250">55956</cx:pt>
          <cx:pt idx="1251">56046</cx:pt>
          <cx:pt idx="1252">56067</cx:pt>
          <cx:pt idx="1253">56129</cx:pt>
          <cx:pt idx="1254">56129</cx:pt>
          <cx:pt idx="1255">56181</cx:pt>
          <cx:pt idx="1256">56223</cx:pt>
          <cx:pt idx="1257">56242</cx:pt>
          <cx:pt idx="1258">56243</cx:pt>
          <cx:pt idx="1259">56253</cx:pt>
          <cx:pt idx="1260">56320</cx:pt>
          <cx:pt idx="1261">56337</cx:pt>
          <cx:pt idx="1262">56386</cx:pt>
          <cx:pt idx="1263">56534</cx:pt>
          <cx:pt idx="1264">56551</cx:pt>
          <cx:pt idx="1265">56551</cx:pt>
          <cx:pt idx="1266">56559</cx:pt>
          <cx:pt idx="1267">56575</cx:pt>
          <cx:pt idx="1268">56628</cx:pt>
          <cx:pt idx="1269">56715</cx:pt>
          <cx:pt idx="1270">56721</cx:pt>
          <cx:pt idx="1271">56775</cx:pt>
          <cx:pt idx="1272">56796</cx:pt>
          <cx:pt idx="1273">56796</cx:pt>
          <cx:pt idx="1274">56850</cx:pt>
          <cx:pt idx="1275">56937</cx:pt>
          <cx:pt idx="1276">56939</cx:pt>
          <cx:pt idx="1277">56962</cx:pt>
          <cx:pt idx="1278">56962</cx:pt>
          <cx:pt idx="1279">56981</cx:pt>
          <cx:pt idx="1280">57036</cx:pt>
          <cx:pt idx="1281">57045</cx:pt>
          <cx:pt idx="1282">57072</cx:pt>
          <cx:pt idx="1283">57091</cx:pt>
          <cx:pt idx="1284">57091</cx:pt>
          <cx:pt idx="1285">57100</cx:pt>
          <cx:pt idx="1286">57100</cx:pt>
          <cx:pt idx="1287">57107</cx:pt>
          <cx:pt idx="1288">57113</cx:pt>
          <cx:pt idx="1289">57136</cx:pt>
          <cx:pt idx="1290">57136</cx:pt>
          <cx:pt idx="1291">57183</cx:pt>
          <cx:pt idx="1292">57236</cx:pt>
          <cx:pt idx="1293">57247</cx:pt>
          <cx:pt idx="1294">57288</cx:pt>
          <cx:pt idx="1295">57304</cx:pt>
          <cx:pt idx="1296">57333</cx:pt>
          <cx:pt idx="1297">57338</cx:pt>
          <cx:pt idx="1298">57420</cx:pt>
          <cx:pt idx="1299">57513</cx:pt>
          <cx:pt idx="1300">57530</cx:pt>
          <cx:pt idx="1301">57537</cx:pt>
          <cx:pt idx="1302">57642</cx:pt>
          <cx:pt idx="1303">57705</cx:pt>
          <cx:pt idx="1304">57731</cx:pt>
          <cx:pt idx="1305">57744</cx:pt>
          <cx:pt idx="1306">57811</cx:pt>
          <cx:pt idx="1307">57867</cx:pt>
          <cx:pt idx="1308">57906</cx:pt>
          <cx:pt idx="1309">57912</cx:pt>
          <cx:pt idx="1310">57937</cx:pt>
          <cx:pt idx="1311">57954</cx:pt>
          <cx:pt idx="1312">57957</cx:pt>
          <cx:pt idx="1313">57959</cx:pt>
          <cx:pt idx="1314">57967</cx:pt>
          <cx:pt idx="1315">58025</cx:pt>
          <cx:pt idx="1316">58086</cx:pt>
          <cx:pt idx="1317">58113</cx:pt>
          <cx:pt idx="1318">58116</cx:pt>
          <cx:pt idx="1319">58138</cx:pt>
          <cx:pt idx="1320">58217</cx:pt>
          <cx:pt idx="1321">58275</cx:pt>
          <cx:pt idx="1322">58293</cx:pt>
          <cx:pt idx="1323">58308</cx:pt>
          <cx:pt idx="1324">58330</cx:pt>
          <cx:pt idx="1325">58330</cx:pt>
          <cx:pt idx="1326">58350</cx:pt>
          <cx:pt idx="1327">58398</cx:pt>
          <cx:pt idx="1328">58401</cx:pt>
          <cx:pt idx="1329">58482</cx:pt>
          <cx:pt idx="1330">58494</cx:pt>
          <cx:pt idx="1331">58512</cx:pt>
          <cx:pt idx="1332">58554</cx:pt>
          <cx:pt idx="1333">58554</cx:pt>
          <cx:pt idx="1334">58582</cx:pt>
          <cx:pt idx="1335">58597</cx:pt>
          <cx:pt idx="1336">58607</cx:pt>
          <cx:pt idx="1337">58646</cx:pt>
          <cx:pt idx="1338">58646</cx:pt>
          <cx:pt idx="1339">58656</cx:pt>
          <cx:pt idx="1340">58684</cx:pt>
          <cx:pt idx="1341">58692</cx:pt>
          <cx:pt idx="1342">58710</cx:pt>
          <cx:pt idx="1343">58821</cx:pt>
          <cx:pt idx="1344">58917</cx:pt>
          <cx:pt idx="1345">59041</cx:pt>
          <cx:pt idx="1346">59052</cx:pt>
          <cx:pt idx="1347">59060</cx:pt>
          <cx:pt idx="1348">59062</cx:pt>
          <cx:pt idx="1349">59111</cx:pt>
          <cx:pt idx="1350">59184</cx:pt>
          <cx:pt idx="1351">59235</cx:pt>
          <cx:pt idx="1352">59247</cx:pt>
          <cx:pt idx="1353">59292</cx:pt>
          <cx:pt idx="1354">59292</cx:pt>
          <cx:pt idx="1355">59304</cx:pt>
          <cx:pt idx="1356">59354</cx:pt>
          <cx:pt idx="1357">59354</cx:pt>
          <cx:pt idx="1358">59385</cx:pt>
          <cx:pt idx="1359">59412</cx:pt>
          <cx:pt idx="1360">59432</cx:pt>
          <cx:pt idx="1361">59462</cx:pt>
          <cx:pt idx="1362">59481</cx:pt>
          <cx:pt idx="1363">59594</cx:pt>
          <cx:pt idx="1364">59601</cx:pt>
          <cx:pt idx="1365">59666</cx:pt>
          <cx:pt idx="1366">59686</cx:pt>
          <cx:pt idx="1367">59754</cx:pt>
          <cx:pt idx="1368">59809</cx:pt>
          <cx:pt idx="1369">59821</cx:pt>
          <cx:pt idx="1370">59868</cx:pt>
          <cx:pt idx="1371">59892</cx:pt>
          <cx:pt idx="1372">59925</cx:pt>
          <cx:pt idx="1373">59973</cx:pt>
          <cx:pt idx="1374">60000</cx:pt>
          <cx:pt idx="1375">60033</cx:pt>
          <cx:pt idx="1376">60093</cx:pt>
          <cx:pt idx="1377">60152</cx:pt>
          <cx:pt idx="1378">60161</cx:pt>
          <cx:pt idx="1379">60182</cx:pt>
          <cx:pt idx="1380">60199</cx:pt>
          <cx:pt idx="1381">60200</cx:pt>
          <cx:pt idx="1382">60208</cx:pt>
          <cx:pt idx="1383">60230</cx:pt>
          <cx:pt idx="1384">60432</cx:pt>
          <cx:pt idx="1385">60474</cx:pt>
          <cx:pt idx="1386">60474</cx:pt>
          <cx:pt idx="1387">60482</cx:pt>
          <cx:pt idx="1388">60491</cx:pt>
          <cx:pt idx="1389">60504</cx:pt>
          <cx:pt idx="1390">60544</cx:pt>
          <cx:pt idx="1391">60544</cx:pt>
          <cx:pt idx="1392">60554</cx:pt>
          <cx:pt idx="1393">60585</cx:pt>
          <cx:pt idx="1394">60597</cx:pt>
          <cx:pt idx="1395">60631</cx:pt>
          <cx:pt idx="1396">60689</cx:pt>
          <cx:pt idx="1397">60714</cx:pt>
          <cx:pt idx="1398">60839</cx:pt>
          <cx:pt idx="1399">60894</cx:pt>
          <cx:pt idx="1400">60896</cx:pt>
          <cx:pt idx="1401">60905</cx:pt>
          <cx:pt idx="1402">60934</cx:pt>
          <cx:pt idx="1403">61010</cx:pt>
          <cx:pt idx="1404">61014</cx:pt>
          <cx:pt idx="1405">61064</cx:pt>
          <cx:pt idx="1406">61074</cx:pt>
          <cx:pt idx="1407">61180</cx:pt>
          <cx:pt idx="1408">61209</cx:pt>
          <cx:pt idx="1409">61223</cx:pt>
          <cx:pt idx="1410">61250</cx:pt>
          <cx:pt idx="1411">61278</cx:pt>
          <cx:pt idx="1412">61284</cx:pt>
          <cx:pt idx="1413">61286</cx:pt>
          <cx:pt idx="1414">61286</cx:pt>
          <cx:pt idx="1415">61314</cx:pt>
          <cx:pt idx="1416">61331</cx:pt>
          <cx:pt idx="1417">61346</cx:pt>
          <cx:pt idx="1418">61416</cx:pt>
          <cx:pt idx="1419">61456</cx:pt>
          <cx:pt idx="1420">61467</cx:pt>
          <cx:pt idx="1421">61482</cx:pt>
          <cx:pt idx="1422">61559</cx:pt>
          <cx:pt idx="1423">61618</cx:pt>
          <cx:pt idx="1424">61671</cx:pt>
          <cx:pt idx="1425">61787</cx:pt>
          <cx:pt idx="1426">61794</cx:pt>
          <cx:pt idx="1427">61798</cx:pt>
          <cx:pt idx="1428">61823</cx:pt>
          <cx:pt idx="1429">61825</cx:pt>
          <cx:pt idx="1430">61825</cx:pt>
          <cx:pt idx="1431">61839</cx:pt>
          <cx:pt idx="1432">61872</cx:pt>
          <cx:pt idx="1433">61905</cx:pt>
          <cx:pt idx="1434">61917</cx:pt>
          <cx:pt idx="1435">61923</cx:pt>
          <cx:pt idx="1436">61996</cx:pt>
          <cx:pt idx="1437">62000</cx:pt>
          <cx:pt idx="1438">62010</cx:pt>
          <cx:pt idx="1439">62058</cx:pt>
          <cx:pt idx="1440">62061</cx:pt>
          <cx:pt idx="1441">62159</cx:pt>
          <cx:pt idx="1442">62187</cx:pt>
          <cx:pt idx="1443">62187</cx:pt>
          <cx:pt idx="1444">62204</cx:pt>
          <cx:pt idx="1445">62220</cx:pt>
          <cx:pt idx="1446">62307</cx:pt>
          <cx:pt idx="1447">62335</cx:pt>
          <cx:pt idx="1448">62450</cx:pt>
          <cx:pt idx="1449">62466</cx:pt>
          <cx:pt idx="1450">62466</cx:pt>
          <cx:pt idx="1451">62499</cx:pt>
          <cx:pt idx="1452">62503</cx:pt>
          <cx:pt idx="1453">62513</cx:pt>
          <cx:pt idx="1454">62535</cx:pt>
          <cx:pt idx="1455">62551</cx:pt>
          <cx:pt idx="1456">62568</cx:pt>
          <cx:pt idx="1457">62637</cx:pt>
          <cx:pt idx="1458">62670</cx:pt>
          <cx:pt idx="1459">62694</cx:pt>
          <cx:pt idx="1460">62710</cx:pt>
          <cx:pt idx="1461">62745</cx:pt>
          <cx:pt idx="1462">62772</cx:pt>
          <cx:pt idx="1463">62807</cx:pt>
          <cx:pt idx="1464">62807</cx:pt>
          <cx:pt idx="1465">62820</cx:pt>
          <cx:pt idx="1466">62820</cx:pt>
          <cx:pt idx="1467">62845</cx:pt>
          <cx:pt idx="1468">62845</cx:pt>
          <cx:pt idx="1469">62847</cx:pt>
          <cx:pt idx="1470">62859</cx:pt>
          <cx:pt idx="1471">62882</cx:pt>
          <cx:pt idx="1472">62905</cx:pt>
          <cx:pt idx="1473">62972</cx:pt>
          <cx:pt idx="1474">62972</cx:pt>
          <cx:pt idx="1475">62981</cx:pt>
          <cx:pt idx="1476">62994</cx:pt>
          <cx:pt idx="1477">62998</cx:pt>
          <cx:pt idx="1478">63033</cx:pt>
          <cx:pt idx="1479">63120</cx:pt>
          <cx:pt idx="1480">63159</cx:pt>
          <cx:pt idx="1481">63206</cx:pt>
          <cx:pt idx="1482">63207</cx:pt>
          <cx:pt idx="1483">63211</cx:pt>
          <cx:pt idx="1484">63246</cx:pt>
          <cx:pt idx="1485">63285</cx:pt>
          <cx:pt idx="1486">63342</cx:pt>
          <cx:pt idx="1487">63342</cx:pt>
          <cx:pt idx="1488">63381</cx:pt>
          <cx:pt idx="1489">63381</cx:pt>
          <cx:pt idx="1490">63404</cx:pt>
          <cx:pt idx="1491">63516</cx:pt>
          <cx:pt idx="1492">63564</cx:pt>
          <cx:pt idx="1493">63684</cx:pt>
          <cx:pt idx="1494">63693</cx:pt>
          <cx:pt idx="1495">63693</cx:pt>
          <cx:pt idx="1496">63777</cx:pt>
          <cx:pt idx="1497">63810</cx:pt>
          <cx:pt idx="1498">63810</cx:pt>
          <cx:pt idx="1499">63841</cx:pt>
          <cx:pt idx="1500">63841</cx:pt>
          <cx:pt idx="1501">63841</cx:pt>
          <cx:pt idx="1502">63855</cx:pt>
          <cx:pt idx="1503">63887</cx:pt>
          <cx:pt idx="1504">63915</cx:pt>
          <cx:pt idx="1505">63943</cx:pt>
          <cx:pt idx="1506">63967</cx:pt>
          <cx:pt idx="1507">63972</cx:pt>
          <cx:pt idx="1508">63998</cx:pt>
          <cx:pt idx="1509">64014</cx:pt>
          <cx:pt idx="1510">64014</cx:pt>
          <cx:pt idx="1511">64090</cx:pt>
          <cx:pt idx="1512">64100</cx:pt>
          <cx:pt idx="1513">64108</cx:pt>
          <cx:pt idx="1514">64140</cx:pt>
          <cx:pt idx="1515">64176</cx:pt>
          <cx:pt idx="1516">64191</cx:pt>
          <cx:pt idx="1517">64260</cx:pt>
          <cx:pt idx="1518">64325</cx:pt>
          <cx:pt idx="1519">64355</cx:pt>
          <cx:pt idx="1520">64413</cx:pt>
          <cx:pt idx="1521">64449</cx:pt>
          <cx:pt idx="1522">64474</cx:pt>
          <cx:pt idx="1523">64497</cx:pt>
          <cx:pt idx="1524">64504</cx:pt>
          <cx:pt idx="1525">64509</cx:pt>
          <cx:pt idx="1526">64587</cx:pt>
          <cx:pt idx="1527">64590</cx:pt>
          <cx:pt idx="1528">64713</cx:pt>
          <cx:pt idx="1529">64722</cx:pt>
          <cx:pt idx="1530">64795</cx:pt>
          <cx:pt idx="1531">64813</cx:pt>
          <cx:pt idx="1532">64831</cx:pt>
          <cx:pt idx="1533">64849</cx:pt>
          <cx:pt idx="1534">64857</cx:pt>
          <cx:pt idx="1535">64857</cx:pt>
          <cx:pt idx="1536">64866</cx:pt>
          <cx:pt idx="1537">64892</cx:pt>
          <cx:pt idx="1538">64950</cx:pt>
          <cx:pt idx="1539">64961</cx:pt>
          <cx:pt idx="1540">65031</cx:pt>
          <cx:pt idx="1541">65073</cx:pt>
          <cx:pt idx="1542">65104</cx:pt>
          <cx:pt idx="1543">65104</cx:pt>
          <cx:pt idx="1544">65106</cx:pt>
          <cx:pt idx="1545">65148</cx:pt>
          <cx:pt idx="1546">65169</cx:pt>
          <cx:pt idx="1547">65176</cx:pt>
          <cx:pt idx="1548">65196</cx:pt>
          <cx:pt idx="1549">65210</cx:pt>
          <cx:pt idx="1550">65220</cx:pt>
          <cx:pt idx="1551">65275</cx:pt>
          <cx:pt idx="1552">65295</cx:pt>
          <cx:pt idx="1553">65308</cx:pt>
          <cx:pt idx="1554">65316</cx:pt>
          <cx:pt idx="1555">65324</cx:pt>
          <cx:pt idx="1556">65324</cx:pt>
          <cx:pt idx="1557">65333</cx:pt>
          <cx:pt idx="1558">65352</cx:pt>
          <cx:pt idx="1559">65370</cx:pt>
          <cx:pt idx="1560">65463</cx:pt>
          <cx:pt idx="1561">65486</cx:pt>
          <cx:pt idx="1562">65487</cx:pt>
          <cx:pt idx="1563">65487</cx:pt>
          <cx:pt idx="1564">65488</cx:pt>
          <cx:pt idx="1565">65492</cx:pt>
          <cx:pt idx="1566">65526</cx:pt>
          <cx:pt idx="1567">65526</cx:pt>
          <cx:pt idx="1568">65569</cx:pt>
          <cx:pt idx="1569">65640</cx:pt>
          <cx:pt idx="1570">65665</cx:pt>
          <cx:pt idx="1571">65685</cx:pt>
          <cx:pt idx="1572">65685</cx:pt>
          <cx:pt idx="1573">65695</cx:pt>
          <cx:pt idx="1574">65704</cx:pt>
          <cx:pt idx="1575">65706</cx:pt>
          <cx:pt idx="1576">65735</cx:pt>
          <cx:pt idx="1577">65747</cx:pt>
          <cx:pt idx="1578">65748</cx:pt>
          <cx:pt idx="1579">65777</cx:pt>
          <cx:pt idx="1580">65808</cx:pt>
          <cx:pt idx="1581">65814</cx:pt>
          <cx:pt idx="1582">65819</cx:pt>
          <cx:pt idx="1583">65846</cx:pt>
          <cx:pt idx="1584">65968</cx:pt>
          <cx:pt idx="1585">65991</cx:pt>
          <cx:pt idx="1586">66000</cx:pt>
          <cx:pt idx="1587">66033</cx:pt>
          <cx:pt idx="1588">66294</cx:pt>
          <cx:pt idx="1589">66303</cx:pt>
          <cx:pt idx="1590">66313</cx:pt>
          <cx:pt idx="1591">66334</cx:pt>
          <cx:pt idx="1592">66373</cx:pt>
          <cx:pt idx="1593">66373</cx:pt>
          <cx:pt idx="1594">66375</cx:pt>
          <cx:pt idx="1595">66426</cx:pt>
          <cx:pt idx="1596">66465</cx:pt>
          <cx:pt idx="1597">66476</cx:pt>
          <cx:pt idx="1598">66476</cx:pt>
          <cx:pt idx="1599">66480</cx:pt>
          <cx:pt idx="1600">66503</cx:pt>
          <cx:pt idx="1601">66565</cx:pt>
          <cx:pt idx="1602">66582</cx:pt>
          <cx:pt idx="1603">66636</cx:pt>
          <cx:pt idx="1604">66653</cx:pt>
          <cx:pt idx="1605">66664</cx:pt>
          <cx:pt idx="1606">66664</cx:pt>
          <cx:pt idx="1607">66726</cx:pt>
          <cx:pt idx="1608">66731</cx:pt>
          <cx:pt idx="1609">66825</cx:pt>
          <cx:pt idx="1610">66835</cx:pt>
          <cx:pt idx="1611">66835</cx:pt>
          <cx:pt idx="1612">66886</cx:pt>
          <cx:pt idx="1613">66951</cx:pt>
          <cx:pt idx="1614">66973</cx:pt>
          <cx:pt idx="1615">66991</cx:pt>
          <cx:pt idx="1616">67023</cx:pt>
          <cx:pt idx="1617">67046</cx:pt>
          <cx:pt idx="1618">67087</cx:pt>
          <cx:pt idx="1619">67131</cx:pt>
          <cx:pt idx="1620">67225</cx:pt>
          <cx:pt idx="1621">67267</cx:pt>
          <cx:pt idx="1622">67272</cx:pt>
          <cx:pt idx="1623">67309</cx:pt>
          <cx:pt idx="1624">67353</cx:pt>
          <cx:pt idx="1625">67369</cx:pt>
          <cx:pt idx="1626">67381</cx:pt>
          <cx:pt idx="1627">67384</cx:pt>
          <cx:pt idx="1628">67419</cx:pt>
          <cx:pt idx="1629">67430</cx:pt>
          <cx:pt idx="1630">67432</cx:pt>
          <cx:pt idx="1631">67433</cx:pt>
          <cx:pt idx="1632">67445</cx:pt>
          <cx:pt idx="1633">67445</cx:pt>
          <cx:pt idx="1634">67445</cx:pt>
          <cx:pt idx="1635">67472</cx:pt>
          <cx:pt idx="1636">67506</cx:pt>
          <cx:pt idx="1637">67536</cx:pt>
          <cx:pt idx="1638">67546</cx:pt>
          <cx:pt idx="1639">67546</cx:pt>
          <cx:pt idx="1640">67605</cx:pt>
          <cx:pt idx="1641">67680</cx:pt>
          <cx:pt idx="1642">67716</cx:pt>
          <cx:pt idx="1643">67786</cx:pt>
          <cx:pt idx="1644">67893</cx:pt>
          <cx:pt idx="1645">67911</cx:pt>
          <cx:pt idx="1646">67911</cx:pt>
          <cx:pt idx="1647">68092</cx:pt>
          <cx:pt idx="1648">68117</cx:pt>
          <cx:pt idx="1649">68118</cx:pt>
          <cx:pt idx="1650">68118</cx:pt>
          <cx:pt idx="1651">68126</cx:pt>
          <cx:pt idx="1652">68142</cx:pt>
          <cx:pt idx="1653">68148</cx:pt>
          <cx:pt idx="1654">68274</cx:pt>
          <cx:pt idx="1655">68281</cx:pt>
          <cx:pt idx="1656">68316</cx:pt>
          <cx:pt idx="1657">68352</cx:pt>
          <cx:pt idx="1658">68397</cx:pt>
          <cx:pt idx="1659">68462</cx:pt>
          <cx:pt idx="1660">68487</cx:pt>
          <cx:pt idx="1661">68487</cx:pt>
          <cx:pt idx="1662">68627</cx:pt>
          <cx:pt idx="1663">68655</cx:pt>
          <cx:pt idx="1664">68655</cx:pt>
          <cx:pt idx="1665">68657</cx:pt>
          <cx:pt idx="1666">68682</cx:pt>
          <cx:pt idx="1667">68682</cx:pt>
          <cx:pt idx="1668">68695</cx:pt>
          <cx:pt idx="1669">68695</cx:pt>
          <cx:pt idx="1670">68743</cx:pt>
          <cx:pt idx="1671">68805</cx:pt>
          <cx:pt idx="1672">69016</cx:pt>
          <cx:pt idx="1673">69063</cx:pt>
          <cx:pt idx="1674">69084</cx:pt>
          <cx:pt idx="1675">69084</cx:pt>
          <cx:pt idx="1676">69096</cx:pt>
          <cx:pt idx="1677">69098</cx:pt>
          <cx:pt idx="1678">69109</cx:pt>
          <cx:pt idx="1679">69109</cx:pt>
          <cx:pt idx="1680">69139</cx:pt>
          <cx:pt idx="1681">69139</cx:pt>
          <cx:pt idx="1682">69142</cx:pt>
          <cx:pt idx="1683">69209</cx:pt>
          <cx:pt idx="1684">69245</cx:pt>
          <cx:pt idx="1685">69263</cx:pt>
          <cx:pt idx="1686">69267</cx:pt>
          <cx:pt idx="1687">69283</cx:pt>
          <cx:pt idx="1688">69372</cx:pt>
          <cx:pt idx="1689">69389</cx:pt>
          <cx:pt idx="1690">69401</cx:pt>
          <cx:pt idx="1691">69476</cx:pt>
          <cx:pt idx="1692">69508</cx:pt>
          <cx:pt idx="1693">69520</cx:pt>
          <cx:pt idx="1694">69627</cx:pt>
          <cx:pt idx="1695">69661</cx:pt>
          <cx:pt idx="1696">69674</cx:pt>
          <cx:pt idx="1697">69702</cx:pt>
          <cx:pt idx="1698">69719</cx:pt>
          <cx:pt idx="1699">69755</cx:pt>
          <cx:pt idx="1700">69759</cx:pt>
          <cx:pt idx="1701">69805</cx:pt>
          <cx:pt idx="1702">69867</cx:pt>
          <cx:pt idx="1703">69882</cx:pt>
          <cx:pt idx="1704">69901</cx:pt>
          <cx:pt idx="1705">69930</cx:pt>
          <cx:pt idx="1706">69932</cx:pt>
          <cx:pt idx="1707">69969</cx:pt>
          <cx:pt idx="1708">70038</cx:pt>
          <cx:pt idx="1709">70038</cx:pt>
          <cx:pt idx="1710">70044</cx:pt>
          <cx:pt idx="1711">70053</cx:pt>
          <cx:pt idx="1712">70091</cx:pt>
          <cx:pt idx="1713">70116</cx:pt>
          <cx:pt idx="1714">70123</cx:pt>
          <cx:pt idx="1715">70165</cx:pt>
          <cx:pt idx="1716">70179</cx:pt>
          <cx:pt idx="1717">70179</cx:pt>
          <cx:pt idx="1718">70287</cx:pt>
          <cx:pt idx="1719">70300</cx:pt>
          <cx:pt idx="1720">70321</cx:pt>
          <cx:pt idx="1721">70337</cx:pt>
          <cx:pt idx="1722">70356</cx:pt>
          <cx:pt idx="1723">70379</cx:pt>
          <cx:pt idx="1724">70421</cx:pt>
          <cx:pt idx="1725">70440</cx:pt>
          <cx:pt idx="1726">70503</cx:pt>
          <cx:pt idx="1727">70515</cx:pt>
          <cx:pt idx="1728">70545</cx:pt>
          <cx:pt idx="1729">70566</cx:pt>
          <cx:pt idx="1730">70596</cx:pt>
          <cx:pt idx="1731">70596</cx:pt>
          <cx:pt idx="1732">70617</cx:pt>
          <cx:pt idx="1733">70638</cx:pt>
          <cx:pt idx="1734">70643</cx:pt>
          <cx:pt idx="1735">70647</cx:pt>
          <cx:pt idx="1736">70666</cx:pt>
          <cx:pt idx="1737">70713</cx:pt>
          <cx:pt idx="1738">70777</cx:pt>
          <cx:pt idx="1739">70792</cx:pt>
          <cx:pt idx="1740">70829</cx:pt>
          <cx:pt idx="1741">70844</cx:pt>
          <cx:pt idx="1742">70886</cx:pt>
          <cx:pt idx="1743">70893</cx:pt>
          <cx:pt idx="1744">70924</cx:pt>
          <cx:pt idx="1745">70924</cx:pt>
          <cx:pt idx="1746">70932</cx:pt>
          <cx:pt idx="1747">70951</cx:pt>
          <cx:pt idx="1748">70971</cx:pt>
          <cx:pt idx="1749">71022</cx:pt>
          <cx:pt idx="1750">71107</cx:pt>
          <cx:pt idx="1751">71113</cx:pt>
          <cx:pt idx="1752">71128</cx:pt>
          <cx:pt idx="1753">71163</cx:pt>
          <cx:pt idx="1754">71232</cx:pt>
          <cx:pt idx="1755">71322</cx:pt>
          <cx:pt idx="1756">71322</cx:pt>
          <cx:pt idx="1757">71367</cx:pt>
          <cx:pt idx="1758">71367</cx:pt>
          <cx:pt idx="1759">71391</cx:pt>
          <cx:pt idx="1760">71427</cx:pt>
          <cx:pt idx="1761">71434</cx:pt>
          <cx:pt idx="1762">71466</cx:pt>
          <cx:pt idx="1763">71488</cx:pt>
          <cx:pt idx="1764">71499</cx:pt>
          <cx:pt idx="1765">71604</cx:pt>
          <cx:pt idx="1766">71613</cx:pt>
          <cx:pt idx="1767">71626</cx:pt>
          <cx:pt idx="1768">71670</cx:pt>
          <cx:pt idx="1769">71691</cx:pt>
          <cx:pt idx="1770">71706</cx:pt>
          <cx:pt idx="1771">71796</cx:pt>
          <cx:pt idx="1772">71819</cx:pt>
          <cx:pt idx="1773">71847</cx:pt>
          <cx:pt idx="1774">71853</cx:pt>
          <cx:pt idx="1775">71853</cx:pt>
          <cx:pt idx="1776">71855</cx:pt>
          <cx:pt idx="1777">71866</cx:pt>
          <cx:pt idx="1778">71952</cx:pt>
          <cx:pt idx="1779">71952</cx:pt>
          <cx:pt idx="1780">71964</cx:pt>
          <cx:pt idx="1781">71965</cx:pt>
          <cx:pt idx="1782">71969</cx:pt>
          <cx:pt idx="1783">72025</cx:pt>
          <cx:pt idx="1784">72025</cx:pt>
          <cx:pt idx="1785">72063</cx:pt>
          <cx:pt idx="1786">72066</cx:pt>
          <cx:pt idx="1787">72071</cx:pt>
          <cx:pt idx="1788">72071</cx:pt>
          <cx:pt idx="1789">72099</cx:pt>
          <cx:pt idx="1790">72117</cx:pt>
          <cx:pt idx="1791">72159</cx:pt>
          <cx:pt idx="1792">72190</cx:pt>
          <cx:pt idx="1793">72217</cx:pt>
          <cx:pt idx="1794">72228</cx:pt>
          <cx:pt idx="1795">72258</cx:pt>
          <cx:pt idx="1796">72282</cx:pt>
          <cx:pt idx="1797">72298</cx:pt>
          <cx:pt idx="1798">72309</cx:pt>
          <cx:pt idx="1799">72335</cx:pt>
          <cx:pt idx="1800">72354</cx:pt>
          <cx:pt idx="1801">72460</cx:pt>
          <cx:pt idx="1802">72504</cx:pt>
          <cx:pt idx="1803">72550</cx:pt>
          <cx:pt idx="1804">72570</cx:pt>
          <cx:pt idx="1805">72635</cx:pt>
          <cx:pt idx="1806">72635</cx:pt>
          <cx:pt idx="1807">72643</cx:pt>
          <cx:pt idx="1808">72679</cx:pt>
          <cx:pt idx="1809">72828</cx:pt>
          <cx:pt idx="1810">72903</cx:pt>
          <cx:pt idx="1811">72905</cx:pt>
          <cx:pt idx="1812">72906</cx:pt>
          <cx:pt idx="1813">72940</cx:pt>
          <cx:pt idx="1814">72967</cx:pt>
          <cx:pt idx="1815">72968</cx:pt>
          <cx:pt idx="1816">73059</cx:pt>
          <cx:pt idx="1817">73059</cx:pt>
          <cx:pt idx="1818">73113</cx:pt>
          <cx:pt idx="1819">73170</cx:pt>
          <cx:pt idx="1820">73356</cx:pt>
          <cx:pt idx="1821">73395</cx:pt>
          <cx:pt idx="1822">73448</cx:pt>
          <cx:pt idx="1823">73450</cx:pt>
          <cx:pt idx="1824">73454</cx:pt>
          <cx:pt idx="1825">73455</cx:pt>
          <cx:pt idx="1826">73538</cx:pt>
          <cx:pt idx="1827">73687</cx:pt>
          <cx:pt idx="1828">73691</cx:pt>
          <cx:pt idx="1829">73705</cx:pt>
          <cx:pt idx="1830">73803</cx:pt>
          <cx:pt idx="1831">73807</cx:pt>
          <cx:pt idx="1832">73892</cx:pt>
          <cx:pt idx="1833">73926</cx:pt>
          <cx:pt idx="1834">74004</cx:pt>
          <cx:pt idx="1835">74068</cx:pt>
          <cx:pt idx="1836">74116</cx:pt>
          <cx:pt idx="1837">74165</cx:pt>
          <cx:pt idx="1838">74190</cx:pt>
          <cx:pt idx="1839">74214</cx:pt>
          <cx:pt idx="1840">74250</cx:pt>
          <cx:pt idx="1841">74268</cx:pt>
          <cx:pt idx="1842">74290</cx:pt>
          <cx:pt idx="1843">74293</cx:pt>
          <cx:pt idx="1844">74293</cx:pt>
          <cx:pt idx="1845">74485</cx:pt>
          <cx:pt idx="1846">74538</cx:pt>
          <cx:pt idx="1847">74637</cx:pt>
          <cx:pt idx="1848">74716</cx:pt>
          <cx:pt idx="1849">74805</cx:pt>
          <cx:pt idx="1850">74806</cx:pt>
          <cx:pt idx="1851">74854</cx:pt>
          <cx:pt idx="1852">74859</cx:pt>
          <cx:pt idx="1853">74881</cx:pt>
          <cx:pt idx="1854">74881</cx:pt>
          <cx:pt idx="1855">74918</cx:pt>
          <cx:pt idx="1856">74985</cx:pt>
          <cx:pt idx="1857">75012</cx:pt>
          <cx:pt idx="1858">75027</cx:pt>
          <cx:pt idx="1859">75032</cx:pt>
          <cx:pt idx="1860">75072</cx:pt>
          <cx:pt idx="1861">75114</cx:pt>
          <cx:pt idx="1862">75127</cx:pt>
          <cx:pt idx="1863">75127</cx:pt>
          <cx:pt idx="1864">75154</cx:pt>
          <cx:pt idx="1865">75236</cx:pt>
          <cx:pt idx="1866">75251</cx:pt>
          <cx:pt idx="1867">75261</cx:pt>
          <cx:pt idx="1868">75276</cx:pt>
          <cx:pt idx="1869">75278</cx:pt>
          <cx:pt idx="1870">75283</cx:pt>
          <cx:pt idx="1871">75315</cx:pt>
          <cx:pt idx="1872">75330</cx:pt>
          <cx:pt idx="1873">75342</cx:pt>
          <cx:pt idx="1874">75345</cx:pt>
          <cx:pt idx="1875">75433</cx:pt>
          <cx:pt idx="1876">75437</cx:pt>
          <cx:pt idx="1877">75484</cx:pt>
          <cx:pt idx="1878">75507</cx:pt>
          <cx:pt idx="1879">75507</cx:pt>
          <cx:pt idx="1880">75693</cx:pt>
          <cx:pt idx="1881">75702</cx:pt>
          <cx:pt idx="1882">75702</cx:pt>
          <cx:pt idx="1883">75759</cx:pt>
          <cx:pt idx="1884">75774</cx:pt>
          <cx:pt idx="1885">75774</cx:pt>
          <cx:pt idx="1886">75777</cx:pt>
          <cx:pt idx="1887">75777</cx:pt>
          <cx:pt idx="1888">75794</cx:pt>
          <cx:pt idx="1889">75825</cx:pt>
          <cx:pt idx="1890">75865</cx:pt>
          <cx:pt idx="1891">75903</cx:pt>
          <cx:pt idx="1892">75922</cx:pt>
          <cx:pt idx="1893">76005</cx:pt>
          <cx:pt idx="1894">76045</cx:pt>
          <cx:pt idx="1895">76068</cx:pt>
          <cx:pt idx="1896">76081</cx:pt>
          <cx:pt idx="1897">76081</cx:pt>
          <cx:pt idx="1898">76140</cx:pt>
          <cx:pt idx="1899">76234</cx:pt>
          <cx:pt idx="1900">76320</cx:pt>
          <cx:pt idx="1901">76412</cx:pt>
          <cx:pt idx="1902">76445</cx:pt>
          <cx:pt idx="1903">76467</cx:pt>
          <cx:pt idx="1904">76532</cx:pt>
          <cx:pt idx="1905">76542</cx:pt>
          <cx:pt idx="1906">76618</cx:pt>
          <cx:pt idx="1907">76624</cx:pt>
          <cx:pt idx="1908">76630</cx:pt>
          <cx:pt idx="1909">76653</cx:pt>
          <cx:pt idx="1910">76773</cx:pt>
          <cx:pt idx="1911">76800</cx:pt>
          <cx:pt idx="1912">76842</cx:pt>
          <cx:pt idx="1913">76982</cx:pt>
          <cx:pt idx="1914">76995</cx:pt>
          <cx:pt idx="1915">76998</cx:pt>
          <cx:pt idx="1916">77027</cx:pt>
          <cx:pt idx="1917">77037</cx:pt>
          <cx:pt idx="1918">77044</cx:pt>
          <cx:pt idx="1919">77142</cx:pt>
          <cx:pt idx="1920">77226</cx:pt>
          <cx:pt idx="1921">77297</cx:pt>
          <cx:pt idx="1922">77298</cx:pt>
          <cx:pt idx="1923">77298</cx:pt>
          <cx:pt idx="1924">77343</cx:pt>
          <cx:pt idx="1925">77353</cx:pt>
          <cx:pt idx="1926">77376</cx:pt>
          <cx:pt idx="1927">77382</cx:pt>
          <cx:pt idx="1928">77437</cx:pt>
          <cx:pt idx="1929">77457</cx:pt>
          <cx:pt idx="1930">77520</cx:pt>
          <cx:pt idx="1931">77568</cx:pt>
          <cx:pt idx="1932">77583</cx:pt>
          <cx:pt idx="1933">77598</cx:pt>
          <cx:pt idx="1934">77610</cx:pt>
          <cx:pt idx="1935">77622</cx:pt>
          <cx:pt idx="1936">77632</cx:pt>
          <cx:pt idx="1937">77766</cx:pt>
          <cx:pt idx="1938">77766</cx:pt>
          <cx:pt idx="1939">77845</cx:pt>
          <cx:pt idx="1940">77863</cx:pt>
          <cx:pt idx="1941">77870</cx:pt>
          <cx:pt idx="1942">77882</cx:pt>
          <cx:pt idx="1943">77972</cx:pt>
          <cx:pt idx="1944">77981</cx:pt>
          <cx:pt idx="1945">78028</cx:pt>
          <cx:pt idx="1946">78041</cx:pt>
          <cx:pt idx="1947">78075</cx:pt>
          <cx:pt idx="1948">78093</cx:pt>
          <cx:pt idx="1949">78128</cx:pt>
          <cx:pt idx="1950">78285</cx:pt>
          <cx:pt idx="1951">78331</cx:pt>
          <cx:pt idx="1952">78353</cx:pt>
          <cx:pt idx="1953">78394</cx:pt>
          <cx:pt idx="1954">78416</cx:pt>
          <cx:pt idx="1955">78420</cx:pt>
          <cx:pt idx="1956">78427</cx:pt>
          <cx:pt idx="1957">78468</cx:pt>
          <cx:pt idx="1958">78497</cx:pt>
          <cx:pt idx="1959">78497</cx:pt>
          <cx:pt idx="1960">78499</cx:pt>
          <cx:pt idx="1961">78569</cx:pt>
          <cx:pt idx="1962">78579</cx:pt>
          <cx:pt idx="1963">78618</cx:pt>
          <cx:pt idx="1964">78642</cx:pt>
          <cx:pt idx="1965">78687</cx:pt>
          <cx:pt idx="1966">78710</cx:pt>
          <cx:pt idx="1967">78789</cx:pt>
          <cx:pt idx="1968">78825</cx:pt>
          <cx:pt idx="1969">78901</cx:pt>
          <cx:pt idx="1970">78931</cx:pt>
          <cx:pt idx="1971">78939</cx:pt>
          <cx:pt idx="1972">78952</cx:pt>
          <cx:pt idx="1973">79143</cx:pt>
          <cx:pt idx="1974">79146</cx:pt>
          <cx:pt idx="1975">79146</cx:pt>
          <cx:pt idx="1976">79174</cx:pt>
          <cx:pt idx="1977">79205</cx:pt>
          <cx:pt idx="1978">79244</cx:pt>
          <cx:pt idx="1979">79410</cx:pt>
          <cx:pt idx="1980">79419</cx:pt>
          <cx:pt idx="1981">79456</cx:pt>
          <cx:pt idx="1982">79529</cx:pt>
          <cx:pt idx="1983">79530</cx:pt>
          <cx:pt idx="1984">79593</cx:pt>
          <cx:pt idx="1985">79593</cx:pt>
          <cx:pt idx="1986">79607</cx:pt>
          <cx:pt idx="1987">79632</cx:pt>
          <cx:pt idx="1988">79689</cx:pt>
          <cx:pt idx="1989">79734</cx:pt>
          <cx:pt idx="1990">79761</cx:pt>
          <cx:pt idx="1991">79800</cx:pt>
          <cx:pt idx="1992">79803</cx:pt>
          <cx:pt idx="1993">79823</cx:pt>
          <cx:pt idx="1994">79865</cx:pt>
          <cx:pt idx="1995">79908</cx:pt>
          <cx:pt idx="1996">79930</cx:pt>
          <cx:pt idx="1997">79941</cx:pt>
          <cx:pt idx="1998">79946</cx:pt>
          <cx:pt idx="1999">80011</cx:pt>
          <cx:pt idx="2000">80067</cx:pt>
          <cx:pt idx="2001">80124</cx:pt>
          <cx:pt idx="2002">80124</cx:pt>
          <cx:pt idx="2003">80134</cx:pt>
          <cx:pt idx="2004">80134</cx:pt>
          <cx:pt idx="2005">80134</cx:pt>
          <cx:pt idx="2006">80141</cx:pt>
          <cx:pt idx="2007">80144</cx:pt>
          <cx:pt idx="2008">80184</cx:pt>
          <cx:pt idx="2009">80317</cx:pt>
          <cx:pt idx="2010">80336</cx:pt>
          <cx:pt idx="2011">80360</cx:pt>
          <cx:pt idx="2012">80395</cx:pt>
          <cx:pt idx="2013">80398</cx:pt>
          <cx:pt idx="2014">80427</cx:pt>
          <cx:pt idx="2015">80573</cx:pt>
          <cx:pt idx="2016">80573</cx:pt>
          <cx:pt idx="2017">80589</cx:pt>
          <cx:pt idx="2018">80617</cx:pt>
          <cx:pt idx="2019">80685</cx:pt>
          <cx:pt idx="2020">80695</cx:pt>
          <cx:pt idx="2021">80739</cx:pt>
          <cx:pt idx="2022">80763</cx:pt>
          <cx:pt idx="2023">80812</cx:pt>
          <cx:pt idx="2024">80872</cx:pt>
          <cx:pt idx="2025">80910</cx:pt>
          <cx:pt idx="2026">80950</cx:pt>
          <cx:pt idx="2027">80952</cx:pt>
          <cx:pt idx="2028">80982</cx:pt>
          <cx:pt idx="2029">80995</cx:pt>
          <cx:pt idx="2030">81044</cx:pt>
          <cx:pt idx="2031">81051</cx:pt>
          <cx:pt idx="2032">81168</cx:pt>
          <cx:pt idx="2033">81169</cx:pt>
          <cx:pt idx="2034">81205</cx:pt>
          <cx:pt idx="2035">81217</cx:pt>
          <cx:pt idx="2036">81217</cx:pt>
          <cx:pt idx="2037">81246</cx:pt>
          <cx:pt idx="2038">81300</cx:pt>
          <cx:pt idx="2039">81320</cx:pt>
          <cx:pt idx="2040">81361</cx:pt>
          <cx:pt idx="2041">81361</cx:pt>
          <cx:pt idx="2042">81380</cx:pt>
          <cx:pt idx="2043">81574</cx:pt>
          <cx:pt idx="2044">81657</cx:pt>
          <cx:pt idx="2045">81698</cx:pt>
          <cx:pt idx="2046">81698</cx:pt>
          <cx:pt idx="2047">81702</cx:pt>
          <cx:pt idx="2048">81741</cx:pt>
          <cx:pt idx="2049">81795</cx:pt>
          <cx:pt idx="2050">81843</cx:pt>
          <cx:pt idx="2051">81929</cx:pt>
          <cx:pt idx="2052">81975</cx:pt>
          <cx:pt idx="2053">82014</cx:pt>
          <cx:pt idx="2054">82017</cx:pt>
          <cx:pt idx="2055">82025</cx:pt>
          <cx:pt idx="2056">82032</cx:pt>
          <cx:pt idx="2057">82032</cx:pt>
          <cx:pt idx="2058">82072</cx:pt>
          <cx:pt idx="2059">82122</cx:pt>
          <cx:pt idx="2060">82170</cx:pt>
          <cx:pt idx="2061">82224</cx:pt>
          <cx:pt idx="2062">82326</cx:pt>
          <cx:pt idx="2063">82332</cx:pt>
          <cx:pt idx="2064">82333</cx:pt>
          <cx:pt idx="2065">82347</cx:pt>
          <cx:pt idx="2066">82347</cx:pt>
          <cx:pt idx="2067">82384</cx:pt>
          <cx:pt idx="2068">82427</cx:pt>
          <cx:pt idx="2069">82460</cx:pt>
          <cx:pt idx="2070">82497</cx:pt>
          <cx:pt idx="2071">82504</cx:pt>
          <cx:pt idx="2072">82571</cx:pt>
          <cx:pt idx="2073">82576</cx:pt>
          <cx:pt idx="2074">82582</cx:pt>
          <cx:pt idx="2075">82584</cx:pt>
          <cx:pt idx="2076">82623</cx:pt>
          <cx:pt idx="2077">82657</cx:pt>
          <cx:pt idx="2078">82716</cx:pt>
          <cx:pt idx="2079">82733</cx:pt>
          <cx:pt idx="2080">82800</cx:pt>
          <cx:pt idx="2081">82800</cx:pt>
          <cx:pt idx="2082">83003</cx:pt>
          <cx:pt idx="2083">83033</cx:pt>
          <cx:pt idx="2084">83145</cx:pt>
          <cx:pt idx="2085">83151</cx:pt>
          <cx:pt idx="2086">83151</cx:pt>
          <cx:pt idx="2087">83257</cx:pt>
          <cx:pt idx="2088">83273</cx:pt>
          <cx:pt idx="2089">83443</cx:pt>
          <cx:pt idx="2090">83512</cx:pt>
          <cx:pt idx="2091">83528</cx:pt>
          <cx:pt idx="2092">83532</cx:pt>
          <cx:pt idx="2093">83664</cx:pt>
          <cx:pt idx="2094">83715</cx:pt>
          <cx:pt idx="2095">83790</cx:pt>
          <cx:pt idx="2096">83829</cx:pt>
          <cx:pt idx="2097">83829</cx:pt>
          <cx:pt idx="2098">83837</cx:pt>
          <cx:pt idx="2099">83844</cx:pt>
          <cx:pt idx="2100">83844</cx:pt>
          <cx:pt idx="2101">83844</cx:pt>
          <cx:pt idx="2102">83891</cx:pt>
          <cx:pt idx="2103">83917</cx:pt>
          <cx:pt idx="2104">84117</cx:pt>
          <cx:pt idx="2105">84169</cx:pt>
          <cx:pt idx="2106">84169</cx:pt>
          <cx:pt idx="2107">84196</cx:pt>
          <cx:pt idx="2108">84219</cx:pt>
          <cx:pt idx="2109">84219</cx:pt>
          <cx:pt idx="2110">84460</cx:pt>
          <cx:pt idx="2111">84574</cx:pt>
          <cx:pt idx="2112">84618</cx:pt>
          <cx:pt idx="2113">84618</cx:pt>
          <cx:pt idx="2114">84835</cx:pt>
          <cx:pt idx="2115">84865</cx:pt>
          <cx:pt idx="2116">84906</cx:pt>
          <cx:pt idx="2117">84906</cx:pt>
          <cx:pt idx="2118">84953</cx:pt>
          <cx:pt idx="2119">85072</cx:pt>
          <cx:pt idx="2120">85431</cx:pt>
          <cx:pt idx="2121">85485</cx:pt>
          <cx:pt idx="2122">85606</cx:pt>
          <cx:pt idx="2123">85620</cx:pt>
          <cx:pt idx="2124">85683</cx:pt>
          <cx:pt idx="2125">85693</cx:pt>
          <cx:pt idx="2126">85696</cx:pt>
          <cx:pt idx="2127">85696</cx:pt>
          <cx:pt idx="2128">85710</cx:pt>
          <cx:pt idx="2129">85738</cx:pt>
          <cx:pt idx="2130">85844</cx:pt>
          <cx:pt idx="2131">86037</cx:pt>
          <cx:pt idx="2132">86111</cx:pt>
          <cx:pt idx="2133">86358</cx:pt>
          <cx:pt idx="2134">86424</cx:pt>
          <cx:pt idx="2135">86429</cx:pt>
          <cx:pt idx="2136">86580</cx:pt>
          <cx:pt idx="2137">86610</cx:pt>
          <cx:pt idx="2138">86718</cx:pt>
          <cx:pt idx="2139">86836</cx:pt>
          <cx:pt idx="2140">86857</cx:pt>
          <cx:pt idx="2141">86857</cx:pt>
          <cx:pt idx="2142">86979</cx:pt>
          <cx:pt idx="2143">87000</cx:pt>
          <cx:pt idx="2144">87171</cx:pt>
          <cx:pt idx="2145">87188</cx:pt>
          <cx:pt idx="2146">87195</cx:pt>
          <cx:pt idx="2147">87305</cx:pt>
          <cx:pt idx="2148">87679</cx:pt>
          <cx:pt idx="2149">87771</cx:pt>
          <cx:pt idx="2150">87771</cx:pt>
          <cx:pt idx="2151">88097</cx:pt>
          <cx:pt idx="2152">88194</cx:pt>
          <cx:pt idx="2153">88325</cx:pt>
          <cx:pt idx="2154">88347</cx:pt>
          <cx:pt idx="2155">88420</cx:pt>
          <cx:pt idx="2156">89058</cx:pt>
          <cx:pt idx="2157">89120</cx:pt>
          <cx:pt idx="2158">89572</cx:pt>
          <cx:pt idx="2159">89616</cx:pt>
          <cx:pt idx="2160">89694</cx:pt>
          <cx:pt idx="2161">89891</cx:pt>
          <cx:pt idx="2162">90000</cx:pt>
          <cx:pt idx="2163">90226</cx:pt>
          <cx:pt idx="2164">90247</cx:pt>
          <cx:pt idx="2165">90273</cx:pt>
          <cx:pt idx="2166">90300</cx:pt>
          <cx:pt idx="2167">90369</cx:pt>
          <cx:pt idx="2168">90638</cx:pt>
          <cx:pt idx="2169">90638</cx:pt>
          <cx:pt idx="2170">90687</cx:pt>
          <cx:pt idx="2171">90765</cx:pt>
          <cx:pt idx="2172">90842</cx:pt>
          <cx:pt idx="2173">90933</cx:pt>
          <cx:pt idx="2174">91065</cx:pt>
          <cx:pt idx="2175">91172</cx:pt>
          <cx:pt idx="2176">91249</cx:pt>
          <cx:pt idx="2177">91700</cx:pt>
          <cx:pt idx="2178">91712</cx:pt>
          <cx:pt idx="2179">91820</cx:pt>
          <cx:pt idx="2180">92163</cx:pt>
          <cx:pt idx="2181">92344</cx:pt>
          <cx:pt idx="2182">92491</cx:pt>
          <cx:pt idx="2183">92533</cx:pt>
          <cx:pt idx="2184">92556</cx:pt>
          <cx:pt idx="2185">92859</cx:pt>
          <cx:pt idx="2186">92910</cx:pt>
          <cx:pt idx="2187">92955</cx:pt>
          <cx:pt idx="2188">93027</cx:pt>
          <cx:pt idx="2189">93404</cx:pt>
          <cx:pt idx="2190">93790</cx:pt>
          <cx:pt idx="2191">94384</cx:pt>
          <cx:pt idx="2192">94384</cx:pt>
          <cx:pt idx="2193">94472</cx:pt>
          <cx:pt idx="2194">94642</cx:pt>
          <cx:pt idx="2195">94871</cx:pt>
          <cx:pt idx="2196">95169</cx:pt>
          <cx:pt idx="2197">95529</cx:pt>
          <cx:pt idx="2198">96547</cx:pt>
          <cx:pt idx="2199">96843</cx:pt>
          <cx:pt idx="2200">96876</cx:pt>
          <cx:pt idx="2201">98777</cx:pt>
          <cx:pt idx="2202">98777</cx:pt>
          <cx:pt idx="2203">101970</cx:pt>
          <cx:pt idx="2204">102160</cx:pt>
          <cx:pt idx="2205">102692</cx:pt>
          <cx:pt idx="2206">105471</cx:pt>
          <cx:pt idx="2207">113734</cx:pt>
          <cx:pt idx="2208">153924</cx:pt>
          <cx:pt idx="2209">156924</cx:pt>
          <cx:pt idx="2210">157146</cx:pt>
          <cx:pt idx="2211">157243</cx:pt>
          <cx:pt idx="2212">157733</cx:pt>
          <cx:pt idx="2213">160803</cx:pt>
          <cx:pt idx="2214">162397</cx:pt>
          <cx:pt idx="2215">666666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8109BDF4-C675-469C-9F64-35F94FE1F73F}">
          <cx:tx>
            <cx:txData>
              <cx:f>Boxplot!$A$1</cx:f>
              <cx:v>Income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Histogram!$B$2:$B$2241</cx:f>
        <cx:lvl ptCount="2240" formatCode="General">
          <cx:pt idx="0">133</cx:pt>
          <cx:pt idx="1">127</cx:pt>
          <cx:pt idx="2">126</cx:pt>
          <cx:pt idx="3">86</cx:pt>
          <cx:pt idx="4">85</cx:pt>
          <cx:pt idx="5">83</cx:pt>
          <cx:pt idx="6">83</cx:pt>
          <cx:pt idx="7">83</cx:pt>
          <cx:pt idx="8">83</cx:pt>
          <cx:pt idx="9">83</cx:pt>
          <cx:pt idx="10">83</cx:pt>
          <cx:pt idx="11">83</cx:pt>
          <cx:pt idx="12">82</cx:pt>
          <cx:pt idx="13">82</cx:pt>
          <cx:pt idx="14">82</cx:pt>
          <cx:pt idx="15">82</cx:pt>
          <cx:pt idx="16">82</cx:pt>
          <cx:pt idx="17">82</cx:pt>
          <cx:pt idx="18">82</cx:pt>
          <cx:pt idx="19">81</cx:pt>
          <cx:pt idx="20">81</cx:pt>
          <cx:pt idx="21">81</cx:pt>
          <cx:pt idx="22">81</cx:pt>
          <cx:pt idx="23">81</cx:pt>
          <cx:pt idx="24">81</cx:pt>
          <cx:pt idx="25">81</cx:pt>
          <cx:pt idx="26">81</cx:pt>
          <cx:pt idx="27">80</cx:pt>
          <cx:pt idx="28">80</cx:pt>
          <cx:pt idx="29">80</cx:pt>
          <cx:pt idx="30">80</cx:pt>
          <cx:pt idx="31">80</cx:pt>
          <cx:pt idx="32">80</cx:pt>
          <cx:pt idx="33">80</cx:pt>
          <cx:pt idx="34">80</cx:pt>
          <cx:pt idx="35">80</cx:pt>
          <cx:pt idx="36">80</cx:pt>
          <cx:pt idx="37">80</cx:pt>
          <cx:pt idx="38">80</cx:pt>
          <cx:pt idx="39">80</cx:pt>
          <cx:pt idx="40">80</cx:pt>
          <cx:pt idx="41">80</cx:pt>
          <cx:pt idx="42">80</cx:pt>
          <cx:pt idx="43">79</cx:pt>
          <cx:pt idx="44">79</cx:pt>
          <cx:pt idx="45">79</cx:pt>
          <cx:pt idx="46">79</cx:pt>
          <cx:pt idx="47">79</cx:pt>
          <cx:pt idx="48">79</cx:pt>
          <cx:pt idx="49">79</cx:pt>
          <cx:pt idx="50">79</cx:pt>
          <cx:pt idx="51">79</cx:pt>
          <cx:pt idx="52">79</cx:pt>
          <cx:pt idx="53">79</cx:pt>
          <cx:pt idx="54">79</cx:pt>
          <cx:pt idx="55">79</cx:pt>
          <cx:pt idx="56">79</cx:pt>
          <cx:pt idx="57">79</cx:pt>
          <cx:pt idx="58">79</cx:pt>
          <cx:pt idx="59">78</cx:pt>
          <cx:pt idx="60">78</cx:pt>
          <cx:pt idx="61">78</cx:pt>
          <cx:pt idx="62">78</cx:pt>
          <cx:pt idx="63">78</cx:pt>
          <cx:pt idx="64">78</cx:pt>
          <cx:pt idx="65">78</cx:pt>
          <cx:pt idx="66">78</cx:pt>
          <cx:pt idx="67">78</cx:pt>
          <cx:pt idx="68">78</cx:pt>
          <cx:pt idx="69">78</cx:pt>
          <cx:pt idx="70">78</cx:pt>
          <cx:pt idx="71">78</cx:pt>
          <cx:pt idx="72">78</cx:pt>
          <cx:pt idx="73">78</cx:pt>
          <cx:pt idx="74">78</cx:pt>
          <cx:pt idx="75">78</cx:pt>
          <cx:pt idx="76">78</cx:pt>
          <cx:pt idx="77">78</cx:pt>
          <cx:pt idx="78">78</cx:pt>
          <cx:pt idx="79">78</cx:pt>
          <cx:pt idx="80">77</cx:pt>
          <cx:pt idx="81">77</cx:pt>
          <cx:pt idx="82">77</cx:pt>
          <cx:pt idx="83">77</cx:pt>
          <cx:pt idx="84">77</cx:pt>
          <cx:pt idx="85">77</cx:pt>
          <cx:pt idx="86">77</cx:pt>
          <cx:pt idx="87">77</cx:pt>
          <cx:pt idx="88">77</cx:pt>
          <cx:pt idx="89">77</cx:pt>
          <cx:pt idx="90">77</cx:pt>
          <cx:pt idx="91">77</cx:pt>
          <cx:pt idx="92">77</cx:pt>
          <cx:pt idx="93">77</cx:pt>
          <cx:pt idx="94">77</cx:pt>
          <cx:pt idx="95">77</cx:pt>
          <cx:pt idx="96">77</cx:pt>
          <cx:pt idx="97">77</cx:pt>
          <cx:pt idx="98">77</cx:pt>
          <cx:pt idx="99">77</cx:pt>
          <cx:pt idx="100">77</cx:pt>
          <cx:pt idx="101">77</cx:pt>
          <cx:pt idx="102">77</cx:pt>
          <cx:pt idx="103">77</cx:pt>
          <cx:pt idx="104">77</cx:pt>
          <cx:pt idx="105">77</cx:pt>
          <cx:pt idx="106">77</cx:pt>
          <cx:pt idx="107">77</cx:pt>
          <cx:pt idx="108">77</cx:pt>
          <cx:pt idx="109">77</cx:pt>
          <cx:pt idx="110">76</cx:pt>
          <cx:pt idx="111">76</cx:pt>
          <cx:pt idx="112">76</cx:pt>
          <cx:pt idx="113">76</cx:pt>
          <cx:pt idx="114">76</cx:pt>
          <cx:pt idx="115">76</cx:pt>
          <cx:pt idx="116">76</cx:pt>
          <cx:pt idx="117">76</cx:pt>
          <cx:pt idx="118">76</cx:pt>
          <cx:pt idx="119">76</cx:pt>
          <cx:pt idx="120">76</cx:pt>
          <cx:pt idx="121">76</cx:pt>
          <cx:pt idx="122">76</cx:pt>
          <cx:pt idx="123">76</cx:pt>
          <cx:pt idx="124">76</cx:pt>
          <cx:pt idx="125">76</cx:pt>
          <cx:pt idx="126">76</cx:pt>
          <cx:pt idx="127">76</cx:pt>
          <cx:pt idx="128">76</cx:pt>
          <cx:pt idx="129">76</cx:pt>
          <cx:pt idx="130">76</cx:pt>
          <cx:pt idx="131">76</cx:pt>
          <cx:pt idx="132">76</cx:pt>
          <cx:pt idx="133">76</cx:pt>
          <cx:pt idx="134">76</cx:pt>
          <cx:pt idx="135">76</cx:pt>
          <cx:pt idx="136">76</cx:pt>
          <cx:pt idx="137">76</cx:pt>
          <cx:pt idx="138">76</cx:pt>
          <cx:pt idx="139">75</cx:pt>
          <cx:pt idx="140">75</cx:pt>
          <cx:pt idx="141">75</cx:pt>
          <cx:pt idx="142">75</cx:pt>
          <cx:pt idx="143">75</cx:pt>
          <cx:pt idx="144">75</cx:pt>
          <cx:pt idx="145">75</cx:pt>
          <cx:pt idx="146">75</cx:pt>
          <cx:pt idx="147">75</cx:pt>
          <cx:pt idx="148">75</cx:pt>
          <cx:pt idx="149">75</cx:pt>
          <cx:pt idx="150">75</cx:pt>
          <cx:pt idx="151">75</cx:pt>
          <cx:pt idx="152">75</cx:pt>
          <cx:pt idx="153">75</cx:pt>
          <cx:pt idx="154">75</cx:pt>
          <cx:pt idx="155">75</cx:pt>
          <cx:pt idx="156">75</cx:pt>
          <cx:pt idx="157">75</cx:pt>
          <cx:pt idx="158">75</cx:pt>
          <cx:pt idx="159">75</cx:pt>
          <cx:pt idx="160">75</cx:pt>
          <cx:pt idx="161">75</cx:pt>
          <cx:pt idx="162">75</cx:pt>
          <cx:pt idx="163">75</cx:pt>
          <cx:pt idx="164">75</cx:pt>
          <cx:pt idx="165">75</cx:pt>
          <cx:pt idx="166">75</cx:pt>
          <cx:pt idx="167">75</cx:pt>
          <cx:pt idx="168">75</cx:pt>
          <cx:pt idx="169">75</cx:pt>
          <cx:pt idx="170">75</cx:pt>
          <cx:pt idx="171">75</cx:pt>
          <cx:pt idx="172">75</cx:pt>
          <cx:pt idx="173">75</cx:pt>
          <cx:pt idx="174">75</cx:pt>
          <cx:pt idx="175">75</cx:pt>
          <cx:pt idx="176">75</cx:pt>
          <cx:pt idx="177">75</cx:pt>
          <cx:pt idx="178">75</cx:pt>
          <cx:pt idx="179">75</cx:pt>
          <cx:pt idx="180">75</cx:pt>
          <cx:pt idx="181">75</cx:pt>
          <cx:pt idx="182">74</cx:pt>
          <cx:pt idx="183">74</cx:pt>
          <cx:pt idx="184">74</cx:pt>
          <cx:pt idx="185">74</cx:pt>
          <cx:pt idx="186">74</cx:pt>
          <cx:pt idx="187">74</cx:pt>
          <cx:pt idx="188">74</cx:pt>
          <cx:pt idx="189">74</cx:pt>
          <cx:pt idx="190">74</cx:pt>
          <cx:pt idx="191">74</cx:pt>
          <cx:pt idx="192">74</cx:pt>
          <cx:pt idx="193">74</cx:pt>
          <cx:pt idx="194">74</cx:pt>
          <cx:pt idx="195">74</cx:pt>
          <cx:pt idx="196">74</cx:pt>
          <cx:pt idx="197">74</cx:pt>
          <cx:pt idx="198">74</cx:pt>
          <cx:pt idx="199">74</cx:pt>
          <cx:pt idx="200">74</cx:pt>
          <cx:pt idx="201">74</cx:pt>
          <cx:pt idx="202">74</cx:pt>
          <cx:pt idx="203">74</cx:pt>
          <cx:pt idx="204">74</cx:pt>
          <cx:pt idx="205">74</cx:pt>
          <cx:pt idx="206">74</cx:pt>
          <cx:pt idx="207">74</cx:pt>
          <cx:pt idx="208">74</cx:pt>
          <cx:pt idx="209">74</cx:pt>
          <cx:pt idx="210">74</cx:pt>
          <cx:pt idx="211">74</cx:pt>
          <cx:pt idx="212">74</cx:pt>
          <cx:pt idx="213">74</cx:pt>
          <cx:pt idx="214">74</cx:pt>
          <cx:pt idx="215">74</cx:pt>
          <cx:pt idx="216">74</cx:pt>
          <cx:pt idx="217">74</cx:pt>
          <cx:pt idx="218">74</cx:pt>
          <cx:pt idx="219">74</cx:pt>
          <cx:pt idx="220">74</cx:pt>
          <cx:pt idx="221">74</cx:pt>
          <cx:pt idx="222">74</cx:pt>
          <cx:pt idx="223">74</cx:pt>
          <cx:pt idx="224">74</cx:pt>
          <cx:pt idx="225">74</cx:pt>
          <cx:pt idx="226">74</cx:pt>
          <cx:pt idx="227">74</cx:pt>
          <cx:pt idx="228">74</cx:pt>
          <cx:pt idx="229">74</cx:pt>
          <cx:pt idx="230">74</cx:pt>
          <cx:pt idx="231">74</cx:pt>
          <cx:pt idx="232">74</cx:pt>
          <cx:pt idx="233">74</cx:pt>
          <cx:pt idx="234">73</cx:pt>
          <cx:pt idx="235">73</cx:pt>
          <cx:pt idx="236">73</cx:pt>
          <cx:pt idx="237">73</cx:pt>
          <cx:pt idx="238">73</cx:pt>
          <cx:pt idx="239">73</cx:pt>
          <cx:pt idx="240">73</cx:pt>
          <cx:pt idx="241">73</cx:pt>
          <cx:pt idx="242">73</cx:pt>
          <cx:pt idx="243">73</cx:pt>
          <cx:pt idx="244">73</cx:pt>
          <cx:pt idx="245">73</cx:pt>
          <cx:pt idx="246">73</cx:pt>
          <cx:pt idx="247">73</cx:pt>
          <cx:pt idx="248">73</cx:pt>
          <cx:pt idx="249">73</cx:pt>
          <cx:pt idx="250">73</cx:pt>
          <cx:pt idx="251">73</cx:pt>
          <cx:pt idx="252">73</cx:pt>
          <cx:pt idx="253">73</cx:pt>
          <cx:pt idx="254">73</cx:pt>
          <cx:pt idx="255">73</cx:pt>
          <cx:pt idx="256">73</cx:pt>
          <cx:pt idx="257">73</cx:pt>
          <cx:pt idx="258">73</cx:pt>
          <cx:pt idx="259">73</cx:pt>
          <cx:pt idx="260">73</cx:pt>
          <cx:pt idx="261">73</cx:pt>
          <cx:pt idx="262">73</cx:pt>
          <cx:pt idx="263">73</cx:pt>
          <cx:pt idx="264">73</cx:pt>
          <cx:pt idx="265">73</cx:pt>
          <cx:pt idx="266">73</cx:pt>
          <cx:pt idx="267">73</cx:pt>
          <cx:pt idx="268">73</cx:pt>
          <cx:pt idx="269">72</cx:pt>
          <cx:pt idx="270">72</cx:pt>
          <cx:pt idx="271">72</cx:pt>
          <cx:pt idx="272">72</cx:pt>
          <cx:pt idx="273">72</cx:pt>
          <cx:pt idx="274">72</cx:pt>
          <cx:pt idx="275">72</cx:pt>
          <cx:pt idx="276">72</cx:pt>
          <cx:pt idx="277">72</cx:pt>
          <cx:pt idx="278">72</cx:pt>
          <cx:pt idx="279">72</cx:pt>
          <cx:pt idx="280">72</cx:pt>
          <cx:pt idx="281">72</cx:pt>
          <cx:pt idx="282">72</cx:pt>
          <cx:pt idx="283">72</cx:pt>
          <cx:pt idx="284">72</cx:pt>
          <cx:pt idx="285">72</cx:pt>
          <cx:pt idx="286">72</cx:pt>
          <cx:pt idx="287">72</cx:pt>
          <cx:pt idx="288">72</cx:pt>
          <cx:pt idx="289">72</cx:pt>
          <cx:pt idx="290">72</cx:pt>
          <cx:pt idx="291">72</cx:pt>
          <cx:pt idx="292">72</cx:pt>
          <cx:pt idx="293">72</cx:pt>
          <cx:pt idx="294">72</cx:pt>
          <cx:pt idx="295">72</cx:pt>
          <cx:pt idx="296">72</cx:pt>
          <cx:pt idx="297">72</cx:pt>
          <cx:pt idx="298">72</cx:pt>
          <cx:pt idx="299">72</cx:pt>
          <cx:pt idx="300">72</cx:pt>
          <cx:pt idx="301">72</cx:pt>
          <cx:pt idx="302">72</cx:pt>
          <cx:pt idx="303">72</cx:pt>
          <cx:pt idx="304">72</cx:pt>
          <cx:pt idx="305">72</cx:pt>
          <cx:pt idx="306">72</cx:pt>
          <cx:pt idx="307">72</cx:pt>
          <cx:pt idx="308">72</cx:pt>
          <cx:pt idx="309">72</cx:pt>
          <cx:pt idx="310">72</cx:pt>
          <cx:pt idx="311">72</cx:pt>
          <cx:pt idx="312">72</cx:pt>
          <cx:pt idx="313">72</cx:pt>
          <cx:pt idx="314">72</cx:pt>
          <cx:pt idx="315">72</cx:pt>
          <cx:pt idx="316">72</cx:pt>
          <cx:pt idx="317">72</cx:pt>
          <cx:pt idx="318">72</cx:pt>
          <cx:pt idx="319">71</cx:pt>
          <cx:pt idx="320">71</cx:pt>
          <cx:pt idx="321">71</cx:pt>
          <cx:pt idx="322">71</cx:pt>
          <cx:pt idx="323">71</cx:pt>
          <cx:pt idx="324">71</cx:pt>
          <cx:pt idx="325">71</cx:pt>
          <cx:pt idx="326">71</cx:pt>
          <cx:pt idx="327">71</cx:pt>
          <cx:pt idx="328">71</cx:pt>
          <cx:pt idx="329">71</cx:pt>
          <cx:pt idx="330">71</cx:pt>
          <cx:pt idx="331">71</cx:pt>
          <cx:pt idx="332">71</cx:pt>
          <cx:pt idx="333">71</cx:pt>
          <cx:pt idx="334">71</cx:pt>
          <cx:pt idx="335">71</cx:pt>
          <cx:pt idx="336">71</cx:pt>
          <cx:pt idx="337">71</cx:pt>
          <cx:pt idx="338">71</cx:pt>
          <cx:pt idx="339">71</cx:pt>
          <cx:pt idx="340">71</cx:pt>
          <cx:pt idx="341">71</cx:pt>
          <cx:pt idx="342">71</cx:pt>
          <cx:pt idx="343">71</cx:pt>
          <cx:pt idx="344">71</cx:pt>
          <cx:pt idx="345">71</cx:pt>
          <cx:pt idx="346">71</cx:pt>
          <cx:pt idx="347">71</cx:pt>
          <cx:pt idx="348">71</cx:pt>
          <cx:pt idx="349">71</cx:pt>
          <cx:pt idx="350">71</cx:pt>
          <cx:pt idx="351">71</cx:pt>
          <cx:pt idx="352">71</cx:pt>
          <cx:pt idx="353">71</cx:pt>
          <cx:pt idx="354">71</cx:pt>
          <cx:pt idx="355">71</cx:pt>
          <cx:pt idx="356">71</cx:pt>
          <cx:pt idx="357">71</cx:pt>
          <cx:pt idx="358">71</cx:pt>
          <cx:pt idx="359">71</cx:pt>
          <cx:pt idx="360">71</cx:pt>
          <cx:pt idx="361">71</cx:pt>
          <cx:pt idx="362">71</cx:pt>
          <cx:pt idx="363">71</cx:pt>
          <cx:pt idx="364">71</cx:pt>
          <cx:pt idx="365">71</cx:pt>
          <cx:pt idx="366">71</cx:pt>
          <cx:pt idx="367">71</cx:pt>
          <cx:pt idx="368">70</cx:pt>
          <cx:pt idx="369">70</cx:pt>
          <cx:pt idx="370">70</cx:pt>
          <cx:pt idx="371">70</cx:pt>
          <cx:pt idx="372">70</cx:pt>
          <cx:pt idx="373">70</cx:pt>
          <cx:pt idx="374">70</cx:pt>
          <cx:pt idx="375">70</cx:pt>
          <cx:pt idx="376">70</cx:pt>
          <cx:pt idx="377">70</cx:pt>
          <cx:pt idx="378">70</cx:pt>
          <cx:pt idx="379">70</cx:pt>
          <cx:pt idx="380">70</cx:pt>
          <cx:pt idx="381">70</cx:pt>
          <cx:pt idx="382">70</cx:pt>
          <cx:pt idx="383">70</cx:pt>
          <cx:pt idx="384">70</cx:pt>
          <cx:pt idx="385">70</cx:pt>
          <cx:pt idx="386">70</cx:pt>
          <cx:pt idx="387">70</cx:pt>
          <cx:pt idx="388">70</cx:pt>
          <cx:pt idx="389">70</cx:pt>
          <cx:pt idx="390">70</cx:pt>
          <cx:pt idx="391">70</cx:pt>
          <cx:pt idx="392">70</cx:pt>
          <cx:pt idx="393">70</cx:pt>
          <cx:pt idx="394">70</cx:pt>
          <cx:pt idx="395">70</cx:pt>
          <cx:pt idx="396">70</cx:pt>
          <cx:pt idx="397">70</cx:pt>
          <cx:pt idx="398">70</cx:pt>
          <cx:pt idx="399">70</cx:pt>
          <cx:pt idx="400">70</cx:pt>
          <cx:pt idx="401">70</cx:pt>
          <cx:pt idx="402">70</cx:pt>
          <cx:pt idx="403">70</cx:pt>
          <cx:pt idx="404">70</cx:pt>
          <cx:pt idx="405">70</cx:pt>
          <cx:pt idx="406">70</cx:pt>
          <cx:pt idx="407">70</cx:pt>
          <cx:pt idx="408">70</cx:pt>
          <cx:pt idx="409">70</cx:pt>
          <cx:pt idx="410">70</cx:pt>
          <cx:pt idx="411">70</cx:pt>
          <cx:pt idx="412">70</cx:pt>
          <cx:pt idx="413">70</cx:pt>
          <cx:pt idx="414">70</cx:pt>
          <cx:pt idx="415">70</cx:pt>
          <cx:pt idx="416">70</cx:pt>
          <cx:pt idx="417">70</cx:pt>
          <cx:pt idx="418">70</cx:pt>
          <cx:pt idx="419">70</cx:pt>
          <cx:pt idx="420">70</cx:pt>
          <cx:pt idx="421">70</cx:pt>
          <cx:pt idx="422">70</cx:pt>
          <cx:pt idx="423">69</cx:pt>
          <cx:pt idx="424">69</cx:pt>
          <cx:pt idx="425">69</cx:pt>
          <cx:pt idx="426">69</cx:pt>
          <cx:pt idx="427">69</cx:pt>
          <cx:pt idx="428">69</cx:pt>
          <cx:pt idx="429">69</cx:pt>
          <cx:pt idx="430">69</cx:pt>
          <cx:pt idx="431">69</cx:pt>
          <cx:pt idx="432">69</cx:pt>
          <cx:pt idx="433">69</cx:pt>
          <cx:pt idx="434">69</cx:pt>
          <cx:pt idx="435">69</cx:pt>
          <cx:pt idx="436">69</cx:pt>
          <cx:pt idx="437">69</cx:pt>
          <cx:pt idx="438">69</cx:pt>
          <cx:pt idx="439">69</cx:pt>
          <cx:pt idx="440">69</cx:pt>
          <cx:pt idx="441">69</cx:pt>
          <cx:pt idx="442">69</cx:pt>
          <cx:pt idx="443">69</cx:pt>
          <cx:pt idx="444">69</cx:pt>
          <cx:pt idx="445">69</cx:pt>
          <cx:pt idx="446">69</cx:pt>
          <cx:pt idx="447">69</cx:pt>
          <cx:pt idx="448">69</cx:pt>
          <cx:pt idx="449">69</cx:pt>
          <cx:pt idx="450">69</cx:pt>
          <cx:pt idx="451">69</cx:pt>
          <cx:pt idx="452">69</cx:pt>
          <cx:pt idx="453">69</cx:pt>
          <cx:pt idx="454">69</cx:pt>
          <cx:pt idx="455">69</cx:pt>
          <cx:pt idx="456">69</cx:pt>
          <cx:pt idx="457">69</cx:pt>
          <cx:pt idx="458">69</cx:pt>
          <cx:pt idx="459">69</cx:pt>
          <cx:pt idx="460">69</cx:pt>
          <cx:pt idx="461">69</cx:pt>
          <cx:pt idx="462">69</cx:pt>
          <cx:pt idx="463">69</cx:pt>
          <cx:pt idx="464">69</cx:pt>
          <cx:pt idx="465">69</cx:pt>
          <cx:pt idx="466">68</cx:pt>
          <cx:pt idx="467">68</cx:pt>
          <cx:pt idx="468">68</cx:pt>
          <cx:pt idx="469">68</cx:pt>
          <cx:pt idx="470">68</cx:pt>
          <cx:pt idx="471">68</cx:pt>
          <cx:pt idx="472">68</cx:pt>
          <cx:pt idx="473">68</cx:pt>
          <cx:pt idx="474">68</cx:pt>
          <cx:pt idx="475">68</cx:pt>
          <cx:pt idx="476">68</cx:pt>
          <cx:pt idx="477">68</cx:pt>
          <cx:pt idx="478">68</cx:pt>
          <cx:pt idx="479">68</cx:pt>
          <cx:pt idx="480">68</cx:pt>
          <cx:pt idx="481">68</cx:pt>
          <cx:pt idx="482">68</cx:pt>
          <cx:pt idx="483">68</cx:pt>
          <cx:pt idx="484">68</cx:pt>
          <cx:pt idx="485">68</cx:pt>
          <cx:pt idx="486">68</cx:pt>
          <cx:pt idx="487">68</cx:pt>
          <cx:pt idx="488">68</cx:pt>
          <cx:pt idx="489">68</cx:pt>
          <cx:pt idx="490">68</cx:pt>
          <cx:pt idx="491">68</cx:pt>
          <cx:pt idx="492">68</cx:pt>
          <cx:pt idx="493">68</cx:pt>
          <cx:pt idx="494">68</cx:pt>
          <cx:pt idx="495">68</cx:pt>
          <cx:pt idx="496">68</cx:pt>
          <cx:pt idx="497">68</cx:pt>
          <cx:pt idx="498">68</cx:pt>
          <cx:pt idx="499">68</cx:pt>
          <cx:pt idx="500">68</cx:pt>
          <cx:pt idx="501">68</cx:pt>
          <cx:pt idx="502">68</cx:pt>
          <cx:pt idx="503">68</cx:pt>
          <cx:pt idx="504">68</cx:pt>
          <cx:pt idx="505">68</cx:pt>
          <cx:pt idx="506">68</cx:pt>
          <cx:pt idx="507">68</cx:pt>
          <cx:pt idx="508">68</cx:pt>
          <cx:pt idx="509">68</cx:pt>
          <cx:pt idx="510">68</cx:pt>
          <cx:pt idx="511">68</cx:pt>
          <cx:pt idx="512">68</cx:pt>
          <cx:pt idx="513">68</cx:pt>
          <cx:pt idx="514">68</cx:pt>
          <cx:pt idx="515">68</cx:pt>
          <cx:pt idx="516">68</cx:pt>
          <cx:pt idx="517">68</cx:pt>
          <cx:pt idx="518">68</cx:pt>
          <cx:pt idx="519">67</cx:pt>
          <cx:pt idx="520">67</cx:pt>
          <cx:pt idx="521">67</cx:pt>
          <cx:pt idx="522">67</cx:pt>
          <cx:pt idx="523">67</cx:pt>
          <cx:pt idx="524">67</cx:pt>
          <cx:pt idx="525">67</cx:pt>
          <cx:pt idx="526">67</cx:pt>
          <cx:pt idx="527">67</cx:pt>
          <cx:pt idx="528">67</cx:pt>
          <cx:pt idx="529">67</cx:pt>
          <cx:pt idx="530">67</cx:pt>
          <cx:pt idx="531">67</cx:pt>
          <cx:pt idx="532">67</cx:pt>
          <cx:pt idx="533">67</cx:pt>
          <cx:pt idx="534">67</cx:pt>
          <cx:pt idx="535">67</cx:pt>
          <cx:pt idx="536">67</cx:pt>
          <cx:pt idx="537">67</cx:pt>
          <cx:pt idx="538">67</cx:pt>
          <cx:pt idx="539">67</cx:pt>
          <cx:pt idx="540">67</cx:pt>
          <cx:pt idx="541">67</cx:pt>
          <cx:pt idx="542">67</cx:pt>
          <cx:pt idx="543">67</cx:pt>
          <cx:pt idx="544">67</cx:pt>
          <cx:pt idx="545">67</cx:pt>
          <cx:pt idx="546">67</cx:pt>
          <cx:pt idx="547">67</cx:pt>
          <cx:pt idx="548">67</cx:pt>
          <cx:pt idx="549">67</cx:pt>
          <cx:pt idx="550">67</cx:pt>
          <cx:pt idx="551">67</cx:pt>
          <cx:pt idx="552">67</cx:pt>
          <cx:pt idx="553">67</cx:pt>
          <cx:pt idx="554">67</cx:pt>
          <cx:pt idx="555">67</cx:pt>
          <cx:pt idx="556">67</cx:pt>
          <cx:pt idx="557">67</cx:pt>
          <cx:pt idx="558">67</cx:pt>
          <cx:pt idx="559">67</cx:pt>
          <cx:pt idx="560">67</cx:pt>
          <cx:pt idx="561">67</cx:pt>
          <cx:pt idx="562">67</cx:pt>
          <cx:pt idx="563">67</cx:pt>
          <cx:pt idx="564">67</cx:pt>
          <cx:pt idx="565">67</cx:pt>
          <cx:pt idx="566">67</cx:pt>
          <cx:pt idx="567">67</cx:pt>
          <cx:pt idx="568">67</cx:pt>
          <cx:pt idx="569">67</cx:pt>
          <cx:pt idx="570">66</cx:pt>
          <cx:pt idx="571">66</cx:pt>
          <cx:pt idx="572">66</cx:pt>
          <cx:pt idx="573">66</cx:pt>
          <cx:pt idx="574">66</cx:pt>
          <cx:pt idx="575">66</cx:pt>
          <cx:pt idx="576">66</cx:pt>
          <cx:pt idx="577">66</cx:pt>
          <cx:pt idx="578">66</cx:pt>
          <cx:pt idx="579">66</cx:pt>
          <cx:pt idx="580">66</cx:pt>
          <cx:pt idx="581">66</cx:pt>
          <cx:pt idx="582">66</cx:pt>
          <cx:pt idx="583">66</cx:pt>
          <cx:pt idx="584">66</cx:pt>
          <cx:pt idx="585">66</cx:pt>
          <cx:pt idx="586">66</cx:pt>
          <cx:pt idx="587">66</cx:pt>
          <cx:pt idx="588">66</cx:pt>
          <cx:pt idx="589">66</cx:pt>
          <cx:pt idx="590">66</cx:pt>
          <cx:pt idx="591">66</cx:pt>
          <cx:pt idx="592">66</cx:pt>
          <cx:pt idx="593">66</cx:pt>
          <cx:pt idx="594">66</cx:pt>
          <cx:pt idx="595">66</cx:pt>
          <cx:pt idx="596">66</cx:pt>
          <cx:pt idx="597">66</cx:pt>
          <cx:pt idx="598">66</cx:pt>
          <cx:pt idx="599">66</cx:pt>
          <cx:pt idx="600">66</cx:pt>
          <cx:pt idx="601">66</cx:pt>
          <cx:pt idx="602">66</cx:pt>
          <cx:pt idx="603">66</cx:pt>
          <cx:pt idx="604">66</cx:pt>
          <cx:pt idx="605">66</cx:pt>
          <cx:pt idx="606">66</cx:pt>
          <cx:pt idx="607">66</cx:pt>
          <cx:pt idx="608">66</cx:pt>
          <cx:pt idx="609">66</cx:pt>
          <cx:pt idx="610">66</cx:pt>
          <cx:pt idx="611">66</cx:pt>
          <cx:pt idx="612">66</cx:pt>
          <cx:pt idx="613">66</cx:pt>
          <cx:pt idx="614">66</cx:pt>
          <cx:pt idx="615">66</cx:pt>
          <cx:pt idx="616">66</cx:pt>
          <cx:pt idx="617">66</cx:pt>
          <cx:pt idx="618">66</cx:pt>
          <cx:pt idx="619">65</cx:pt>
          <cx:pt idx="620">65</cx:pt>
          <cx:pt idx="621">65</cx:pt>
          <cx:pt idx="622">65</cx:pt>
          <cx:pt idx="623">65</cx:pt>
          <cx:pt idx="624">65</cx:pt>
          <cx:pt idx="625">65</cx:pt>
          <cx:pt idx="626">65</cx:pt>
          <cx:pt idx="627">65</cx:pt>
          <cx:pt idx="628">65</cx:pt>
          <cx:pt idx="629">65</cx:pt>
          <cx:pt idx="630">65</cx:pt>
          <cx:pt idx="631">65</cx:pt>
          <cx:pt idx="632">65</cx:pt>
          <cx:pt idx="633">65</cx:pt>
          <cx:pt idx="634">65</cx:pt>
          <cx:pt idx="635">65</cx:pt>
          <cx:pt idx="636">65</cx:pt>
          <cx:pt idx="637">65</cx:pt>
          <cx:pt idx="638">65</cx:pt>
          <cx:pt idx="639">65</cx:pt>
          <cx:pt idx="640">65</cx:pt>
          <cx:pt idx="641">65</cx:pt>
          <cx:pt idx="642">65</cx:pt>
          <cx:pt idx="643">65</cx:pt>
          <cx:pt idx="644">65</cx:pt>
          <cx:pt idx="645">65</cx:pt>
          <cx:pt idx="646">65</cx:pt>
          <cx:pt idx="647">65</cx:pt>
          <cx:pt idx="648">65</cx:pt>
          <cx:pt idx="649">65</cx:pt>
          <cx:pt idx="650">65</cx:pt>
          <cx:pt idx="651">65</cx:pt>
          <cx:pt idx="652">65</cx:pt>
          <cx:pt idx="653">65</cx:pt>
          <cx:pt idx="654">65</cx:pt>
          <cx:pt idx="655">64</cx:pt>
          <cx:pt idx="656">64</cx:pt>
          <cx:pt idx="657">64</cx:pt>
          <cx:pt idx="658">64</cx:pt>
          <cx:pt idx="659">64</cx:pt>
          <cx:pt idx="660">64</cx:pt>
          <cx:pt idx="661">64</cx:pt>
          <cx:pt idx="662">64</cx:pt>
          <cx:pt idx="663">64</cx:pt>
          <cx:pt idx="664">64</cx:pt>
          <cx:pt idx="665">64</cx:pt>
          <cx:pt idx="666">64</cx:pt>
          <cx:pt idx="667">64</cx:pt>
          <cx:pt idx="668">64</cx:pt>
          <cx:pt idx="669">64</cx:pt>
          <cx:pt idx="670">64</cx:pt>
          <cx:pt idx="671">64</cx:pt>
          <cx:pt idx="672">64</cx:pt>
          <cx:pt idx="673">64</cx:pt>
          <cx:pt idx="674">64</cx:pt>
          <cx:pt idx="675">64</cx:pt>
          <cx:pt idx="676">64</cx:pt>
          <cx:pt idx="677">64</cx:pt>
          <cx:pt idx="678">64</cx:pt>
          <cx:pt idx="679">64</cx:pt>
          <cx:pt idx="680">64</cx:pt>
          <cx:pt idx="681">64</cx:pt>
          <cx:pt idx="682">64</cx:pt>
          <cx:pt idx="683">64</cx:pt>
          <cx:pt idx="684">64</cx:pt>
          <cx:pt idx="685">64</cx:pt>
          <cx:pt idx="686">64</cx:pt>
          <cx:pt idx="687">64</cx:pt>
          <cx:pt idx="688">64</cx:pt>
          <cx:pt idx="689">64</cx:pt>
          <cx:pt idx="690">64</cx:pt>
          <cx:pt idx="691">64</cx:pt>
          <cx:pt idx="692">64</cx:pt>
          <cx:pt idx="693">64</cx:pt>
          <cx:pt idx="694">64</cx:pt>
          <cx:pt idx="695">64</cx:pt>
          <cx:pt idx="696">64</cx:pt>
          <cx:pt idx="697">64</cx:pt>
          <cx:pt idx="698">64</cx:pt>
          <cx:pt idx="699">63</cx:pt>
          <cx:pt idx="700">63</cx:pt>
          <cx:pt idx="701">63</cx:pt>
          <cx:pt idx="702">63</cx:pt>
          <cx:pt idx="703">63</cx:pt>
          <cx:pt idx="704">63</cx:pt>
          <cx:pt idx="705">63</cx:pt>
          <cx:pt idx="706">63</cx:pt>
          <cx:pt idx="707">63</cx:pt>
          <cx:pt idx="708">63</cx:pt>
          <cx:pt idx="709">63</cx:pt>
          <cx:pt idx="710">63</cx:pt>
          <cx:pt idx="711">63</cx:pt>
          <cx:pt idx="712">63</cx:pt>
          <cx:pt idx="713">63</cx:pt>
          <cx:pt idx="714">63</cx:pt>
          <cx:pt idx="715">63</cx:pt>
          <cx:pt idx="716">63</cx:pt>
          <cx:pt idx="717">63</cx:pt>
          <cx:pt idx="718">63</cx:pt>
          <cx:pt idx="719">63</cx:pt>
          <cx:pt idx="720">63</cx:pt>
          <cx:pt idx="721">63</cx:pt>
          <cx:pt idx="722">63</cx:pt>
          <cx:pt idx="723">63</cx:pt>
          <cx:pt idx="724">63</cx:pt>
          <cx:pt idx="725">63</cx:pt>
          <cx:pt idx="726">63</cx:pt>
          <cx:pt idx="727">63</cx:pt>
          <cx:pt idx="728">63</cx:pt>
          <cx:pt idx="729">63</cx:pt>
          <cx:pt idx="730">63</cx:pt>
          <cx:pt idx="731">63</cx:pt>
          <cx:pt idx="732">63</cx:pt>
          <cx:pt idx="733">63</cx:pt>
          <cx:pt idx="734">63</cx:pt>
          <cx:pt idx="735">63</cx:pt>
          <cx:pt idx="736">63</cx:pt>
          <cx:pt idx="737">63</cx:pt>
          <cx:pt idx="738">63</cx:pt>
          <cx:pt idx="739">63</cx:pt>
          <cx:pt idx="740">63</cx:pt>
          <cx:pt idx="741">63</cx:pt>
          <cx:pt idx="742">63</cx:pt>
          <cx:pt idx="743">63</cx:pt>
          <cx:pt idx="744">62</cx:pt>
          <cx:pt idx="745">62</cx:pt>
          <cx:pt idx="746">62</cx:pt>
          <cx:pt idx="747">62</cx:pt>
          <cx:pt idx="748">62</cx:pt>
          <cx:pt idx="749">62</cx:pt>
          <cx:pt idx="750">62</cx:pt>
          <cx:pt idx="751">62</cx:pt>
          <cx:pt idx="752">62</cx:pt>
          <cx:pt idx="753">62</cx:pt>
          <cx:pt idx="754">62</cx:pt>
          <cx:pt idx="755">62</cx:pt>
          <cx:pt idx="756">62</cx:pt>
          <cx:pt idx="757">62</cx:pt>
          <cx:pt idx="758">62</cx:pt>
          <cx:pt idx="759">62</cx:pt>
          <cx:pt idx="760">62</cx:pt>
          <cx:pt idx="761">62</cx:pt>
          <cx:pt idx="762">62</cx:pt>
          <cx:pt idx="763">62</cx:pt>
          <cx:pt idx="764">62</cx:pt>
          <cx:pt idx="765">62</cx:pt>
          <cx:pt idx="766">62</cx:pt>
          <cx:pt idx="767">62</cx:pt>
          <cx:pt idx="768">62</cx:pt>
          <cx:pt idx="769">62</cx:pt>
          <cx:pt idx="770">62</cx:pt>
          <cx:pt idx="771">62</cx:pt>
          <cx:pt idx="772">62</cx:pt>
          <cx:pt idx="773">62</cx:pt>
          <cx:pt idx="774">62</cx:pt>
          <cx:pt idx="775">62</cx:pt>
          <cx:pt idx="776">62</cx:pt>
          <cx:pt idx="777">62</cx:pt>
          <cx:pt idx="778">62</cx:pt>
          <cx:pt idx="779">62</cx:pt>
          <cx:pt idx="780">62</cx:pt>
          <cx:pt idx="781">62</cx:pt>
          <cx:pt idx="782">62</cx:pt>
          <cx:pt idx="783">62</cx:pt>
          <cx:pt idx="784">62</cx:pt>
          <cx:pt idx="785">62</cx:pt>
          <cx:pt idx="786">61</cx:pt>
          <cx:pt idx="787">61</cx:pt>
          <cx:pt idx="788">61</cx:pt>
          <cx:pt idx="789">61</cx:pt>
          <cx:pt idx="790">61</cx:pt>
          <cx:pt idx="791">61</cx:pt>
          <cx:pt idx="792">61</cx:pt>
          <cx:pt idx="793">61</cx:pt>
          <cx:pt idx="794">61</cx:pt>
          <cx:pt idx="795">61</cx:pt>
          <cx:pt idx="796">61</cx:pt>
          <cx:pt idx="797">61</cx:pt>
          <cx:pt idx="798">61</cx:pt>
          <cx:pt idx="799">61</cx:pt>
          <cx:pt idx="800">61</cx:pt>
          <cx:pt idx="801">61</cx:pt>
          <cx:pt idx="802">61</cx:pt>
          <cx:pt idx="803">61</cx:pt>
          <cx:pt idx="804">61</cx:pt>
          <cx:pt idx="805">61</cx:pt>
          <cx:pt idx="806">61</cx:pt>
          <cx:pt idx="807">61</cx:pt>
          <cx:pt idx="808">61</cx:pt>
          <cx:pt idx="809">61</cx:pt>
          <cx:pt idx="810">61</cx:pt>
          <cx:pt idx="811">61</cx:pt>
          <cx:pt idx="812">61</cx:pt>
          <cx:pt idx="813">61</cx:pt>
          <cx:pt idx="814">61</cx:pt>
          <cx:pt idx="815">61</cx:pt>
          <cx:pt idx="816">61</cx:pt>
          <cx:pt idx="817">61</cx:pt>
          <cx:pt idx="818">61</cx:pt>
          <cx:pt idx="819">61</cx:pt>
          <cx:pt idx="820">61</cx:pt>
          <cx:pt idx="821">61</cx:pt>
          <cx:pt idx="822">61</cx:pt>
          <cx:pt idx="823">61</cx:pt>
          <cx:pt idx="824">61</cx:pt>
          <cx:pt idx="825">61</cx:pt>
          <cx:pt idx="826">61</cx:pt>
          <cx:pt idx="827">61</cx:pt>
          <cx:pt idx="828">61</cx:pt>
          <cx:pt idx="829">61</cx:pt>
          <cx:pt idx="830">61</cx:pt>
          <cx:pt idx="831">61</cx:pt>
          <cx:pt idx="832">61</cx:pt>
          <cx:pt idx="833">61</cx:pt>
          <cx:pt idx="834">61</cx:pt>
          <cx:pt idx="835">61</cx:pt>
          <cx:pt idx="836">61</cx:pt>
          <cx:pt idx="837">61</cx:pt>
          <cx:pt idx="838">61</cx:pt>
          <cx:pt idx="839">61</cx:pt>
          <cx:pt idx="840">61</cx:pt>
          <cx:pt idx="841">61</cx:pt>
          <cx:pt idx="842">61</cx:pt>
          <cx:pt idx="843">61</cx:pt>
          <cx:pt idx="844">61</cx:pt>
          <cx:pt idx="845">61</cx:pt>
          <cx:pt idx="846">61</cx:pt>
          <cx:pt idx="847">61</cx:pt>
          <cx:pt idx="848">61</cx:pt>
          <cx:pt idx="849">61</cx:pt>
          <cx:pt idx="850">61</cx:pt>
          <cx:pt idx="851">61</cx:pt>
          <cx:pt idx="852">61</cx:pt>
          <cx:pt idx="853">61</cx:pt>
          <cx:pt idx="854">61</cx:pt>
          <cx:pt idx="855">61</cx:pt>
          <cx:pt idx="856">61</cx:pt>
          <cx:pt idx="857">61</cx:pt>
          <cx:pt idx="858">61</cx:pt>
          <cx:pt idx="859">61</cx:pt>
          <cx:pt idx="860">60</cx:pt>
          <cx:pt idx="861">60</cx:pt>
          <cx:pt idx="862">60</cx:pt>
          <cx:pt idx="863">60</cx:pt>
          <cx:pt idx="864">60</cx:pt>
          <cx:pt idx="865">60</cx:pt>
          <cx:pt idx="866">60</cx:pt>
          <cx:pt idx="867">60</cx:pt>
          <cx:pt idx="868">60</cx:pt>
          <cx:pt idx="869">60</cx:pt>
          <cx:pt idx="870">60</cx:pt>
          <cx:pt idx="871">60</cx:pt>
          <cx:pt idx="872">60</cx:pt>
          <cx:pt idx="873">60</cx:pt>
          <cx:pt idx="874">60</cx:pt>
          <cx:pt idx="875">60</cx:pt>
          <cx:pt idx="876">60</cx:pt>
          <cx:pt idx="877">60</cx:pt>
          <cx:pt idx="878">60</cx:pt>
          <cx:pt idx="879">60</cx:pt>
          <cx:pt idx="880">60</cx:pt>
          <cx:pt idx="881">60</cx:pt>
          <cx:pt idx="882">60</cx:pt>
          <cx:pt idx="883">60</cx:pt>
          <cx:pt idx="884">60</cx:pt>
          <cx:pt idx="885">60</cx:pt>
          <cx:pt idx="886">60</cx:pt>
          <cx:pt idx="887">60</cx:pt>
          <cx:pt idx="888">60</cx:pt>
          <cx:pt idx="889">60</cx:pt>
          <cx:pt idx="890">60</cx:pt>
          <cx:pt idx="891">60</cx:pt>
          <cx:pt idx="892">60</cx:pt>
          <cx:pt idx="893">60</cx:pt>
          <cx:pt idx="894">60</cx:pt>
          <cx:pt idx="895">60</cx:pt>
          <cx:pt idx="896">60</cx:pt>
          <cx:pt idx="897">60</cx:pt>
          <cx:pt idx="898">60</cx:pt>
          <cx:pt idx="899">60</cx:pt>
          <cx:pt idx="900">60</cx:pt>
          <cx:pt idx="901">60</cx:pt>
          <cx:pt idx="902">60</cx:pt>
          <cx:pt idx="903">60</cx:pt>
          <cx:pt idx="904">60</cx:pt>
          <cx:pt idx="905">60</cx:pt>
          <cx:pt idx="906">60</cx:pt>
          <cx:pt idx="907">60</cx:pt>
          <cx:pt idx="908">60</cx:pt>
          <cx:pt idx="909">60</cx:pt>
          <cx:pt idx="910">59</cx:pt>
          <cx:pt idx="911">59</cx:pt>
          <cx:pt idx="912">59</cx:pt>
          <cx:pt idx="913">59</cx:pt>
          <cx:pt idx="914">59</cx:pt>
          <cx:pt idx="915">59</cx:pt>
          <cx:pt idx="916">59</cx:pt>
          <cx:pt idx="917">59</cx:pt>
          <cx:pt idx="918">59</cx:pt>
          <cx:pt idx="919">59</cx:pt>
          <cx:pt idx="920">59</cx:pt>
          <cx:pt idx="921">59</cx:pt>
          <cx:pt idx="922">59</cx:pt>
          <cx:pt idx="923">59</cx:pt>
          <cx:pt idx="924">59</cx:pt>
          <cx:pt idx="925">59</cx:pt>
          <cx:pt idx="926">59</cx:pt>
          <cx:pt idx="927">59</cx:pt>
          <cx:pt idx="928">59</cx:pt>
          <cx:pt idx="929">59</cx:pt>
          <cx:pt idx="930">59</cx:pt>
          <cx:pt idx="931">59</cx:pt>
          <cx:pt idx="932">59</cx:pt>
          <cx:pt idx="933">59</cx:pt>
          <cx:pt idx="934">59</cx:pt>
          <cx:pt idx="935">59</cx:pt>
          <cx:pt idx="936">59</cx:pt>
          <cx:pt idx="937">59</cx:pt>
          <cx:pt idx="938">59</cx:pt>
          <cx:pt idx="939">59</cx:pt>
          <cx:pt idx="940">59</cx:pt>
          <cx:pt idx="941">59</cx:pt>
          <cx:pt idx="942">59</cx:pt>
          <cx:pt idx="943">59</cx:pt>
          <cx:pt idx="944">59</cx:pt>
          <cx:pt idx="945">59</cx:pt>
          <cx:pt idx="946">59</cx:pt>
          <cx:pt idx="947">59</cx:pt>
          <cx:pt idx="948">59</cx:pt>
          <cx:pt idx="949">59</cx:pt>
          <cx:pt idx="950">59</cx:pt>
          <cx:pt idx="951">59</cx:pt>
          <cx:pt idx="952">59</cx:pt>
          <cx:pt idx="953">59</cx:pt>
          <cx:pt idx="954">58</cx:pt>
          <cx:pt idx="955">58</cx:pt>
          <cx:pt idx="956">58</cx:pt>
          <cx:pt idx="957">58</cx:pt>
          <cx:pt idx="958">58</cx:pt>
          <cx:pt idx="959">58</cx:pt>
          <cx:pt idx="960">58</cx:pt>
          <cx:pt idx="961">58</cx:pt>
          <cx:pt idx="962">58</cx:pt>
          <cx:pt idx="963">58</cx:pt>
          <cx:pt idx="964">58</cx:pt>
          <cx:pt idx="965">58</cx:pt>
          <cx:pt idx="966">58</cx:pt>
          <cx:pt idx="967">58</cx:pt>
          <cx:pt idx="968">58</cx:pt>
          <cx:pt idx="969">58</cx:pt>
          <cx:pt idx="970">58</cx:pt>
          <cx:pt idx="971">58</cx:pt>
          <cx:pt idx="972">58</cx:pt>
          <cx:pt idx="973">58</cx:pt>
          <cx:pt idx="974">58</cx:pt>
          <cx:pt idx="975">58</cx:pt>
          <cx:pt idx="976">58</cx:pt>
          <cx:pt idx="977">58</cx:pt>
          <cx:pt idx="978">58</cx:pt>
          <cx:pt idx="979">58</cx:pt>
          <cx:pt idx="980">58</cx:pt>
          <cx:pt idx="981">58</cx:pt>
          <cx:pt idx="982">58</cx:pt>
          <cx:pt idx="983">58</cx:pt>
          <cx:pt idx="984">58</cx:pt>
          <cx:pt idx="985">58</cx:pt>
          <cx:pt idx="986">58</cx:pt>
          <cx:pt idx="987">58</cx:pt>
          <cx:pt idx="988">58</cx:pt>
          <cx:pt idx="989">58</cx:pt>
          <cx:pt idx="990">58</cx:pt>
          <cx:pt idx="991">58</cx:pt>
          <cx:pt idx="992">58</cx:pt>
          <cx:pt idx="993">58</cx:pt>
          <cx:pt idx="994">58</cx:pt>
          <cx:pt idx="995">58</cx:pt>
          <cx:pt idx="996">58</cx:pt>
          <cx:pt idx="997">58</cx:pt>
          <cx:pt idx="998">58</cx:pt>
          <cx:pt idx="999">58</cx:pt>
          <cx:pt idx="1000">58</cx:pt>
          <cx:pt idx="1001">58</cx:pt>
          <cx:pt idx="1002">58</cx:pt>
          <cx:pt idx="1003">58</cx:pt>
          <cx:pt idx="1004">58</cx:pt>
          <cx:pt idx="1005">57</cx:pt>
          <cx:pt idx="1006">57</cx:pt>
          <cx:pt idx="1007">57</cx:pt>
          <cx:pt idx="1008">57</cx:pt>
          <cx:pt idx="1009">57</cx:pt>
          <cx:pt idx="1010">57</cx:pt>
          <cx:pt idx="1011">57</cx:pt>
          <cx:pt idx="1012">57</cx:pt>
          <cx:pt idx="1013">57</cx:pt>
          <cx:pt idx="1014">57</cx:pt>
          <cx:pt idx="1015">57</cx:pt>
          <cx:pt idx="1016">57</cx:pt>
          <cx:pt idx="1017">57</cx:pt>
          <cx:pt idx="1018">57</cx:pt>
          <cx:pt idx="1019">57</cx:pt>
          <cx:pt idx="1020">57</cx:pt>
          <cx:pt idx="1021">57</cx:pt>
          <cx:pt idx="1022">57</cx:pt>
          <cx:pt idx="1023">57</cx:pt>
          <cx:pt idx="1024">57</cx:pt>
          <cx:pt idx="1025">57</cx:pt>
          <cx:pt idx="1026">57</cx:pt>
          <cx:pt idx="1027">57</cx:pt>
          <cx:pt idx="1028">57</cx:pt>
          <cx:pt idx="1029">57</cx:pt>
          <cx:pt idx="1030">57</cx:pt>
          <cx:pt idx="1031">57</cx:pt>
          <cx:pt idx="1032">57</cx:pt>
          <cx:pt idx="1033">57</cx:pt>
          <cx:pt idx="1034">57</cx:pt>
          <cx:pt idx="1035">57</cx:pt>
          <cx:pt idx="1036">57</cx:pt>
          <cx:pt idx="1037">57</cx:pt>
          <cx:pt idx="1038">57</cx:pt>
          <cx:pt idx="1039">57</cx:pt>
          <cx:pt idx="1040">57</cx:pt>
          <cx:pt idx="1041">57</cx:pt>
          <cx:pt idx="1042">57</cx:pt>
          <cx:pt idx="1043">57</cx:pt>
          <cx:pt idx="1044">57</cx:pt>
          <cx:pt idx="1045">57</cx:pt>
          <cx:pt idx="1046">57</cx:pt>
          <cx:pt idx="1047">57</cx:pt>
          <cx:pt idx="1048">57</cx:pt>
          <cx:pt idx="1049">57</cx:pt>
          <cx:pt idx="1050">57</cx:pt>
          <cx:pt idx="1051">57</cx:pt>
          <cx:pt idx="1052">57</cx:pt>
          <cx:pt idx="1053">57</cx:pt>
          <cx:pt idx="1054">57</cx:pt>
          <cx:pt idx="1055">57</cx:pt>
          <cx:pt idx="1056">57</cx:pt>
          <cx:pt idx="1057">57</cx:pt>
          <cx:pt idx="1058">57</cx:pt>
          <cx:pt idx="1059">57</cx:pt>
          <cx:pt idx="1060">57</cx:pt>
          <cx:pt idx="1061">57</cx:pt>
          <cx:pt idx="1062">57</cx:pt>
          <cx:pt idx="1063">57</cx:pt>
          <cx:pt idx="1064">57</cx:pt>
          <cx:pt idx="1065">57</cx:pt>
          <cx:pt idx="1066">57</cx:pt>
          <cx:pt idx="1067">57</cx:pt>
          <cx:pt idx="1068">57</cx:pt>
          <cx:pt idx="1069">57</cx:pt>
          <cx:pt idx="1070">57</cx:pt>
          <cx:pt idx="1071">57</cx:pt>
          <cx:pt idx="1072">57</cx:pt>
          <cx:pt idx="1073">57</cx:pt>
          <cx:pt idx="1074">57</cx:pt>
          <cx:pt idx="1075">57</cx:pt>
          <cx:pt idx="1076">56</cx:pt>
          <cx:pt idx="1077">56</cx:pt>
          <cx:pt idx="1078">56</cx:pt>
          <cx:pt idx="1079">56</cx:pt>
          <cx:pt idx="1080">56</cx:pt>
          <cx:pt idx="1081">56</cx:pt>
          <cx:pt idx="1082">56</cx:pt>
          <cx:pt idx="1083">56</cx:pt>
          <cx:pt idx="1084">56</cx:pt>
          <cx:pt idx="1085">56</cx:pt>
          <cx:pt idx="1086">56</cx:pt>
          <cx:pt idx="1087">56</cx:pt>
          <cx:pt idx="1088">56</cx:pt>
          <cx:pt idx="1089">56</cx:pt>
          <cx:pt idx="1090">56</cx:pt>
          <cx:pt idx="1091">56</cx:pt>
          <cx:pt idx="1092">56</cx:pt>
          <cx:pt idx="1093">56</cx:pt>
          <cx:pt idx="1094">56</cx:pt>
          <cx:pt idx="1095">56</cx:pt>
          <cx:pt idx="1096">56</cx:pt>
          <cx:pt idx="1097">56</cx:pt>
          <cx:pt idx="1098">56</cx:pt>
          <cx:pt idx="1099">56</cx:pt>
          <cx:pt idx="1100">56</cx:pt>
          <cx:pt idx="1101">56</cx:pt>
          <cx:pt idx="1102">56</cx:pt>
          <cx:pt idx="1103">56</cx:pt>
          <cx:pt idx="1104">56</cx:pt>
          <cx:pt idx="1105">56</cx:pt>
          <cx:pt idx="1106">56</cx:pt>
          <cx:pt idx="1107">56</cx:pt>
          <cx:pt idx="1108">56</cx:pt>
          <cx:pt idx="1109">56</cx:pt>
          <cx:pt idx="1110">56</cx:pt>
          <cx:pt idx="1111">56</cx:pt>
          <cx:pt idx="1112">56</cx:pt>
          <cx:pt idx="1113">56</cx:pt>
          <cx:pt idx="1114">56</cx:pt>
          <cx:pt idx="1115">56</cx:pt>
          <cx:pt idx="1116">56</cx:pt>
          <cx:pt idx="1117">56</cx:pt>
          <cx:pt idx="1118">56</cx:pt>
          <cx:pt idx="1119">56</cx:pt>
          <cx:pt idx="1120">56</cx:pt>
          <cx:pt idx="1121">56</cx:pt>
          <cx:pt idx="1122">56</cx:pt>
          <cx:pt idx="1123">56</cx:pt>
          <cx:pt idx="1124">56</cx:pt>
          <cx:pt idx="1125">56</cx:pt>
          <cx:pt idx="1126">56</cx:pt>
          <cx:pt idx="1127">56</cx:pt>
          <cx:pt idx="1128">56</cx:pt>
          <cx:pt idx="1129">56</cx:pt>
          <cx:pt idx="1130">56</cx:pt>
          <cx:pt idx="1131">56</cx:pt>
          <cx:pt idx="1132">56</cx:pt>
          <cx:pt idx="1133">56</cx:pt>
          <cx:pt idx="1134">56</cx:pt>
          <cx:pt idx="1135">56</cx:pt>
          <cx:pt idx="1136">56</cx:pt>
          <cx:pt idx="1137">56</cx:pt>
          <cx:pt idx="1138">56</cx:pt>
          <cx:pt idx="1139">56</cx:pt>
          <cx:pt idx="1140">56</cx:pt>
          <cx:pt idx="1141">56</cx:pt>
          <cx:pt idx="1142">56</cx:pt>
          <cx:pt idx="1143">56</cx:pt>
          <cx:pt idx="1144">56</cx:pt>
          <cx:pt idx="1145">56</cx:pt>
          <cx:pt idx="1146">56</cx:pt>
          <cx:pt idx="1147">56</cx:pt>
          <cx:pt idx="1148">56</cx:pt>
          <cx:pt idx="1149">56</cx:pt>
          <cx:pt idx="1150">56</cx:pt>
          <cx:pt idx="1151">56</cx:pt>
          <cx:pt idx="1152">56</cx:pt>
          <cx:pt idx="1153">55</cx:pt>
          <cx:pt idx="1154">55</cx:pt>
          <cx:pt idx="1155">55</cx:pt>
          <cx:pt idx="1156">55</cx:pt>
          <cx:pt idx="1157">55</cx:pt>
          <cx:pt idx="1158">55</cx:pt>
          <cx:pt idx="1159">55</cx:pt>
          <cx:pt idx="1160">55</cx:pt>
          <cx:pt idx="1161">55</cx:pt>
          <cx:pt idx="1162">55</cx:pt>
          <cx:pt idx="1163">55</cx:pt>
          <cx:pt idx="1164">55</cx:pt>
          <cx:pt idx="1165">55</cx:pt>
          <cx:pt idx="1166">55</cx:pt>
          <cx:pt idx="1167">55</cx:pt>
          <cx:pt idx="1168">55</cx:pt>
          <cx:pt idx="1169">55</cx:pt>
          <cx:pt idx="1170">55</cx:pt>
          <cx:pt idx="1171">55</cx:pt>
          <cx:pt idx="1172">55</cx:pt>
          <cx:pt idx="1173">55</cx:pt>
          <cx:pt idx="1174">55</cx:pt>
          <cx:pt idx="1175">55</cx:pt>
          <cx:pt idx="1176">55</cx:pt>
          <cx:pt idx="1177">55</cx:pt>
          <cx:pt idx="1178">55</cx:pt>
          <cx:pt idx="1179">55</cx:pt>
          <cx:pt idx="1180">55</cx:pt>
          <cx:pt idx="1181">55</cx:pt>
          <cx:pt idx="1182">55</cx:pt>
          <cx:pt idx="1183">55</cx:pt>
          <cx:pt idx="1184">55</cx:pt>
          <cx:pt idx="1185">55</cx:pt>
          <cx:pt idx="1186">55</cx:pt>
          <cx:pt idx="1187">55</cx:pt>
          <cx:pt idx="1188">55</cx:pt>
          <cx:pt idx="1189">55</cx:pt>
          <cx:pt idx="1190">55</cx:pt>
          <cx:pt idx="1191">55</cx:pt>
          <cx:pt idx="1192">55</cx:pt>
          <cx:pt idx="1193">55</cx:pt>
          <cx:pt idx="1194">55</cx:pt>
          <cx:pt idx="1195">55</cx:pt>
          <cx:pt idx="1196">55</cx:pt>
          <cx:pt idx="1197">55</cx:pt>
          <cx:pt idx="1198">55</cx:pt>
          <cx:pt idx="1199">55</cx:pt>
          <cx:pt idx="1200">55</cx:pt>
          <cx:pt idx="1201">55</cx:pt>
          <cx:pt idx="1202">55</cx:pt>
          <cx:pt idx="1203">55</cx:pt>
          <cx:pt idx="1204">55</cx:pt>
          <cx:pt idx="1205">55</cx:pt>
          <cx:pt idx="1206">55</cx:pt>
          <cx:pt idx="1207">55</cx:pt>
          <cx:pt idx="1208">55</cx:pt>
          <cx:pt idx="1209">55</cx:pt>
          <cx:pt idx="1210">55</cx:pt>
          <cx:pt idx="1211">55</cx:pt>
          <cx:pt idx="1212">55</cx:pt>
          <cx:pt idx="1213">55</cx:pt>
          <cx:pt idx="1214">55</cx:pt>
          <cx:pt idx="1215">55</cx:pt>
          <cx:pt idx="1216">55</cx:pt>
          <cx:pt idx="1217">55</cx:pt>
          <cx:pt idx="1218">55</cx:pt>
          <cx:pt idx="1219">55</cx:pt>
          <cx:pt idx="1220">55</cx:pt>
          <cx:pt idx="1221">55</cx:pt>
          <cx:pt idx="1222">55</cx:pt>
          <cx:pt idx="1223">55</cx:pt>
          <cx:pt idx="1224">55</cx:pt>
          <cx:pt idx="1225">55</cx:pt>
          <cx:pt idx="1226">55</cx:pt>
          <cx:pt idx="1227">55</cx:pt>
          <cx:pt idx="1228">55</cx:pt>
          <cx:pt idx="1229">55</cx:pt>
          <cx:pt idx="1230">55</cx:pt>
          <cx:pt idx="1231">55</cx:pt>
          <cx:pt idx="1232">55</cx:pt>
          <cx:pt idx="1233">55</cx:pt>
          <cx:pt idx="1234">55</cx:pt>
          <cx:pt idx="1235">55</cx:pt>
          <cx:pt idx="1236">55</cx:pt>
          <cx:pt idx="1237">55</cx:pt>
          <cx:pt idx="1238">55</cx:pt>
          <cx:pt idx="1239">55</cx:pt>
          <cx:pt idx="1240">54</cx:pt>
          <cx:pt idx="1241">54</cx:pt>
          <cx:pt idx="1242">54</cx:pt>
          <cx:pt idx="1243">54</cx:pt>
          <cx:pt idx="1244">54</cx:pt>
          <cx:pt idx="1245">54</cx:pt>
          <cx:pt idx="1246">54</cx:pt>
          <cx:pt idx="1247">54</cx:pt>
          <cx:pt idx="1248">54</cx:pt>
          <cx:pt idx="1249">54</cx:pt>
          <cx:pt idx="1250">54</cx:pt>
          <cx:pt idx="1251">54</cx:pt>
          <cx:pt idx="1252">54</cx:pt>
          <cx:pt idx="1253">54</cx:pt>
          <cx:pt idx="1254">54</cx:pt>
          <cx:pt idx="1255">54</cx:pt>
          <cx:pt idx="1256">54</cx:pt>
          <cx:pt idx="1257">54</cx:pt>
          <cx:pt idx="1258">54</cx:pt>
          <cx:pt idx="1259">54</cx:pt>
          <cx:pt idx="1260">54</cx:pt>
          <cx:pt idx="1261">54</cx:pt>
          <cx:pt idx="1262">54</cx:pt>
          <cx:pt idx="1263">54</cx:pt>
          <cx:pt idx="1264">54</cx:pt>
          <cx:pt idx="1265">54</cx:pt>
          <cx:pt idx="1266">54</cx:pt>
          <cx:pt idx="1267">54</cx:pt>
          <cx:pt idx="1268">54</cx:pt>
          <cx:pt idx="1269">54</cx:pt>
          <cx:pt idx="1270">54</cx:pt>
          <cx:pt idx="1271">54</cx:pt>
          <cx:pt idx="1272">54</cx:pt>
          <cx:pt idx="1273">54</cx:pt>
          <cx:pt idx="1274">54</cx:pt>
          <cx:pt idx="1275">54</cx:pt>
          <cx:pt idx="1276">54</cx:pt>
          <cx:pt idx="1277">54</cx:pt>
          <cx:pt idx="1278">54</cx:pt>
          <cx:pt idx="1279">54</cx:pt>
          <cx:pt idx="1280">54</cx:pt>
          <cx:pt idx="1281">54</cx:pt>
          <cx:pt idx="1282">54</cx:pt>
          <cx:pt idx="1283">54</cx:pt>
          <cx:pt idx="1284">54</cx:pt>
          <cx:pt idx="1285">54</cx:pt>
          <cx:pt idx="1286">54</cx:pt>
          <cx:pt idx="1287">54</cx:pt>
          <cx:pt idx="1288">54</cx:pt>
          <cx:pt idx="1289">54</cx:pt>
          <cx:pt idx="1290">54</cx:pt>
          <cx:pt idx="1291">54</cx:pt>
          <cx:pt idx="1292">54</cx:pt>
          <cx:pt idx="1293">54</cx:pt>
          <cx:pt idx="1294">54</cx:pt>
          <cx:pt idx="1295">54</cx:pt>
          <cx:pt idx="1296">54</cx:pt>
          <cx:pt idx="1297">54</cx:pt>
          <cx:pt idx="1298">54</cx:pt>
          <cx:pt idx="1299">54</cx:pt>
          <cx:pt idx="1300">54</cx:pt>
          <cx:pt idx="1301">54</cx:pt>
          <cx:pt idx="1302">54</cx:pt>
          <cx:pt idx="1303">54</cx:pt>
          <cx:pt idx="1304">54</cx:pt>
          <cx:pt idx="1305">54</cx:pt>
          <cx:pt idx="1306">54</cx:pt>
          <cx:pt idx="1307">54</cx:pt>
          <cx:pt idx="1308">54</cx:pt>
          <cx:pt idx="1309">54</cx:pt>
          <cx:pt idx="1310">54</cx:pt>
          <cx:pt idx="1311">54</cx:pt>
          <cx:pt idx="1312">54</cx:pt>
          <cx:pt idx="1313">54</cx:pt>
          <cx:pt idx="1314">54</cx:pt>
          <cx:pt idx="1315">54</cx:pt>
          <cx:pt idx="1316">54</cx:pt>
          <cx:pt idx="1317">54</cx:pt>
          <cx:pt idx="1318">54</cx:pt>
          <cx:pt idx="1319">53</cx:pt>
          <cx:pt idx="1320">53</cx:pt>
          <cx:pt idx="1321">53</cx:pt>
          <cx:pt idx="1322">53</cx:pt>
          <cx:pt idx="1323">53</cx:pt>
          <cx:pt idx="1324">53</cx:pt>
          <cx:pt idx="1325">53</cx:pt>
          <cx:pt idx="1326">53</cx:pt>
          <cx:pt idx="1327">53</cx:pt>
          <cx:pt idx="1328">53</cx:pt>
          <cx:pt idx="1329">53</cx:pt>
          <cx:pt idx="1330">53</cx:pt>
          <cx:pt idx="1331">53</cx:pt>
          <cx:pt idx="1332">53</cx:pt>
          <cx:pt idx="1333">53</cx:pt>
          <cx:pt idx="1334">53</cx:pt>
          <cx:pt idx="1335">53</cx:pt>
          <cx:pt idx="1336">53</cx:pt>
          <cx:pt idx="1337">53</cx:pt>
          <cx:pt idx="1338">53</cx:pt>
          <cx:pt idx="1339">53</cx:pt>
          <cx:pt idx="1340">53</cx:pt>
          <cx:pt idx="1341">53</cx:pt>
          <cx:pt idx="1342">53</cx:pt>
          <cx:pt idx="1343">53</cx:pt>
          <cx:pt idx="1344">53</cx:pt>
          <cx:pt idx="1345">53</cx:pt>
          <cx:pt idx="1346">53</cx:pt>
          <cx:pt idx="1347">53</cx:pt>
          <cx:pt idx="1348">53</cx:pt>
          <cx:pt idx="1349">53</cx:pt>
          <cx:pt idx="1350">53</cx:pt>
          <cx:pt idx="1351">53</cx:pt>
          <cx:pt idx="1352">53</cx:pt>
          <cx:pt idx="1353">53</cx:pt>
          <cx:pt idx="1354">53</cx:pt>
          <cx:pt idx="1355">53</cx:pt>
          <cx:pt idx="1356">53</cx:pt>
          <cx:pt idx="1357">53</cx:pt>
          <cx:pt idx="1358">53</cx:pt>
          <cx:pt idx="1359">53</cx:pt>
          <cx:pt idx="1360">53</cx:pt>
          <cx:pt idx="1361">53</cx:pt>
          <cx:pt idx="1362">53</cx:pt>
          <cx:pt idx="1363">53</cx:pt>
          <cx:pt idx="1364">53</cx:pt>
          <cx:pt idx="1365">53</cx:pt>
          <cx:pt idx="1366">53</cx:pt>
          <cx:pt idx="1367">53</cx:pt>
          <cx:pt idx="1368">53</cx:pt>
          <cx:pt idx="1369">53</cx:pt>
          <cx:pt idx="1370">53</cx:pt>
          <cx:pt idx="1371">53</cx:pt>
          <cx:pt idx="1372">53</cx:pt>
          <cx:pt idx="1373">53</cx:pt>
          <cx:pt idx="1374">53</cx:pt>
          <cx:pt idx="1375">53</cx:pt>
          <cx:pt idx="1376">53</cx:pt>
          <cx:pt idx="1377">53</cx:pt>
          <cx:pt idx="1378">53</cx:pt>
          <cx:pt idx="1379">53</cx:pt>
          <cx:pt idx="1380">53</cx:pt>
          <cx:pt idx="1381">53</cx:pt>
          <cx:pt idx="1382">53</cx:pt>
          <cx:pt idx="1383">53</cx:pt>
          <cx:pt idx="1384">53</cx:pt>
          <cx:pt idx="1385">53</cx:pt>
          <cx:pt idx="1386">53</cx:pt>
          <cx:pt idx="1387">53</cx:pt>
          <cx:pt idx="1388">53</cx:pt>
          <cx:pt idx="1389">53</cx:pt>
          <cx:pt idx="1390">53</cx:pt>
          <cx:pt idx="1391">53</cx:pt>
          <cx:pt idx="1392">53</cx:pt>
          <cx:pt idx="1393">52</cx:pt>
          <cx:pt idx="1394">52</cx:pt>
          <cx:pt idx="1395">52</cx:pt>
          <cx:pt idx="1396">52</cx:pt>
          <cx:pt idx="1397">52</cx:pt>
          <cx:pt idx="1398">52</cx:pt>
          <cx:pt idx="1399">52</cx:pt>
          <cx:pt idx="1400">52</cx:pt>
          <cx:pt idx="1401">52</cx:pt>
          <cx:pt idx="1402">52</cx:pt>
          <cx:pt idx="1403">52</cx:pt>
          <cx:pt idx="1404">52</cx:pt>
          <cx:pt idx="1405">52</cx:pt>
          <cx:pt idx="1406">52</cx:pt>
          <cx:pt idx="1407">52</cx:pt>
          <cx:pt idx="1408">52</cx:pt>
          <cx:pt idx="1409">52</cx:pt>
          <cx:pt idx="1410">52</cx:pt>
          <cx:pt idx="1411">52</cx:pt>
          <cx:pt idx="1412">52</cx:pt>
          <cx:pt idx="1413">52</cx:pt>
          <cx:pt idx="1414">52</cx:pt>
          <cx:pt idx="1415">52</cx:pt>
          <cx:pt idx="1416">52</cx:pt>
          <cx:pt idx="1417">52</cx:pt>
          <cx:pt idx="1418">52</cx:pt>
          <cx:pt idx="1419">52</cx:pt>
          <cx:pt idx="1420">52</cx:pt>
          <cx:pt idx="1421">52</cx:pt>
          <cx:pt idx="1422">52</cx:pt>
          <cx:pt idx="1423">52</cx:pt>
          <cx:pt idx="1424">52</cx:pt>
          <cx:pt idx="1425">52</cx:pt>
          <cx:pt idx="1426">52</cx:pt>
          <cx:pt idx="1427">52</cx:pt>
          <cx:pt idx="1428">52</cx:pt>
          <cx:pt idx="1429">52</cx:pt>
          <cx:pt idx="1430">52</cx:pt>
          <cx:pt idx="1431">52</cx:pt>
          <cx:pt idx="1432">52</cx:pt>
          <cx:pt idx="1433">52</cx:pt>
          <cx:pt idx="1434">52</cx:pt>
          <cx:pt idx="1435">52</cx:pt>
          <cx:pt idx="1436">52</cx:pt>
          <cx:pt idx="1437">52</cx:pt>
          <cx:pt idx="1438">52</cx:pt>
          <cx:pt idx="1439">52</cx:pt>
          <cx:pt idx="1440">52</cx:pt>
          <cx:pt idx="1441">52</cx:pt>
          <cx:pt idx="1442">52</cx:pt>
          <cx:pt idx="1443">52</cx:pt>
          <cx:pt idx="1444">52</cx:pt>
          <cx:pt idx="1445">52</cx:pt>
          <cx:pt idx="1446">52</cx:pt>
          <cx:pt idx="1447">52</cx:pt>
          <cx:pt idx="1448">52</cx:pt>
          <cx:pt idx="1449">52</cx:pt>
          <cx:pt idx="1450">52</cx:pt>
          <cx:pt idx="1451">52</cx:pt>
          <cx:pt idx="1452">52</cx:pt>
          <cx:pt idx="1453">52</cx:pt>
          <cx:pt idx="1454">52</cx:pt>
          <cx:pt idx="1455">52</cx:pt>
          <cx:pt idx="1456">52</cx:pt>
          <cx:pt idx="1457">52</cx:pt>
          <cx:pt idx="1458">52</cx:pt>
          <cx:pt idx="1459">52</cx:pt>
          <cx:pt idx="1460">52</cx:pt>
          <cx:pt idx="1461">52</cx:pt>
          <cx:pt idx="1462">51</cx:pt>
          <cx:pt idx="1463">51</cx:pt>
          <cx:pt idx="1464">51</cx:pt>
          <cx:pt idx="1465">51</cx:pt>
          <cx:pt idx="1466">51</cx:pt>
          <cx:pt idx="1467">51</cx:pt>
          <cx:pt idx="1468">51</cx:pt>
          <cx:pt idx="1469">51</cx:pt>
          <cx:pt idx="1470">51</cx:pt>
          <cx:pt idx="1471">51</cx:pt>
          <cx:pt idx="1472">51</cx:pt>
          <cx:pt idx="1473">51</cx:pt>
          <cx:pt idx="1474">51</cx:pt>
          <cx:pt idx="1475">51</cx:pt>
          <cx:pt idx="1476">51</cx:pt>
          <cx:pt idx="1477">51</cx:pt>
          <cx:pt idx="1478">51</cx:pt>
          <cx:pt idx="1479">51</cx:pt>
          <cx:pt idx="1480">51</cx:pt>
          <cx:pt idx="1481">51</cx:pt>
          <cx:pt idx="1482">51</cx:pt>
          <cx:pt idx="1483">51</cx:pt>
          <cx:pt idx="1484">51</cx:pt>
          <cx:pt idx="1485">51</cx:pt>
          <cx:pt idx="1486">51</cx:pt>
          <cx:pt idx="1487">51</cx:pt>
          <cx:pt idx="1488">51</cx:pt>
          <cx:pt idx="1489">51</cx:pt>
          <cx:pt idx="1490">51</cx:pt>
          <cx:pt idx="1491">51</cx:pt>
          <cx:pt idx="1492">51</cx:pt>
          <cx:pt idx="1493">51</cx:pt>
          <cx:pt idx="1494">51</cx:pt>
          <cx:pt idx="1495">51</cx:pt>
          <cx:pt idx="1496">51</cx:pt>
          <cx:pt idx="1497">51</cx:pt>
          <cx:pt idx="1498">51</cx:pt>
          <cx:pt idx="1499">51</cx:pt>
          <cx:pt idx="1500">51</cx:pt>
          <cx:pt idx="1501">51</cx:pt>
          <cx:pt idx="1502">51</cx:pt>
          <cx:pt idx="1503">51</cx:pt>
          <cx:pt idx="1504">51</cx:pt>
          <cx:pt idx="1505">51</cx:pt>
          <cx:pt idx="1506">51</cx:pt>
          <cx:pt idx="1507">51</cx:pt>
          <cx:pt idx="1508">51</cx:pt>
          <cx:pt idx="1509">51</cx:pt>
          <cx:pt idx="1510">51</cx:pt>
          <cx:pt idx="1511">51</cx:pt>
          <cx:pt idx="1512">51</cx:pt>
          <cx:pt idx="1513">51</cx:pt>
          <cx:pt idx="1514">51</cx:pt>
          <cx:pt idx="1515">51</cx:pt>
          <cx:pt idx="1516">51</cx:pt>
          <cx:pt idx="1517">51</cx:pt>
          <cx:pt idx="1518">51</cx:pt>
          <cx:pt idx="1519">51</cx:pt>
          <cx:pt idx="1520">51</cx:pt>
          <cx:pt idx="1521">51</cx:pt>
          <cx:pt idx="1522">51</cx:pt>
          <cx:pt idx="1523">51</cx:pt>
          <cx:pt idx="1524">51</cx:pt>
          <cx:pt idx="1525">51</cx:pt>
          <cx:pt idx="1526">51</cx:pt>
          <cx:pt idx="1527">51</cx:pt>
          <cx:pt idx="1528">51</cx:pt>
          <cx:pt idx="1529">51</cx:pt>
          <cx:pt idx="1530">51</cx:pt>
          <cx:pt idx="1531">51</cx:pt>
          <cx:pt idx="1532">51</cx:pt>
          <cx:pt idx="1533">51</cx:pt>
          <cx:pt idx="1534">51</cx:pt>
          <cx:pt idx="1535">51</cx:pt>
          <cx:pt idx="1536">51</cx:pt>
          <cx:pt idx="1537">51</cx:pt>
          <cx:pt idx="1538">51</cx:pt>
          <cx:pt idx="1539">51</cx:pt>
          <cx:pt idx="1540">51</cx:pt>
          <cx:pt idx="1541">51</cx:pt>
          <cx:pt idx="1542">51</cx:pt>
          <cx:pt idx="1543">51</cx:pt>
          <cx:pt idx="1544">51</cx:pt>
          <cx:pt idx="1545">50</cx:pt>
          <cx:pt idx="1546">50</cx:pt>
          <cx:pt idx="1547">50</cx:pt>
          <cx:pt idx="1548">50</cx:pt>
          <cx:pt idx="1549">50</cx:pt>
          <cx:pt idx="1550">50</cx:pt>
          <cx:pt idx="1551">50</cx:pt>
          <cx:pt idx="1552">50</cx:pt>
          <cx:pt idx="1553">50</cx:pt>
          <cx:pt idx="1554">50</cx:pt>
          <cx:pt idx="1555">50</cx:pt>
          <cx:pt idx="1556">50</cx:pt>
          <cx:pt idx="1557">50</cx:pt>
          <cx:pt idx="1558">50</cx:pt>
          <cx:pt idx="1559">50</cx:pt>
          <cx:pt idx="1560">50</cx:pt>
          <cx:pt idx="1561">50</cx:pt>
          <cx:pt idx="1562">50</cx:pt>
          <cx:pt idx="1563">50</cx:pt>
          <cx:pt idx="1564">50</cx:pt>
          <cx:pt idx="1565">50</cx:pt>
          <cx:pt idx="1566">50</cx:pt>
          <cx:pt idx="1567">50</cx:pt>
          <cx:pt idx="1568">50</cx:pt>
          <cx:pt idx="1569">50</cx:pt>
          <cx:pt idx="1570">50</cx:pt>
          <cx:pt idx="1571">50</cx:pt>
          <cx:pt idx="1572">50</cx:pt>
          <cx:pt idx="1573">50</cx:pt>
          <cx:pt idx="1574">50</cx:pt>
          <cx:pt idx="1575">50</cx:pt>
          <cx:pt idx="1576">50</cx:pt>
          <cx:pt idx="1577">50</cx:pt>
          <cx:pt idx="1578">50</cx:pt>
          <cx:pt idx="1579">50</cx:pt>
          <cx:pt idx="1580">50</cx:pt>
          <cx:pt idx="1581">50</cx:pt>
          <cx:pt idx="1582">50</cx:pt>
          <cx:pt idx="1583">50</cx:pt>
          <cx:pt idx="1584">50</cx:pt>
          <cx:pt idx="1585">50</cx:pt>
          <cx:pt idx="1586">50</cx:pt>
          <cx:pt idx="1587">50</cx:pt>
          <cx:pt idx="1588">50</cx:pt>
          <cx:pt idx="1589">50</cx:pt>
          <cx:pt idx="1590">50</cx:pt>
          <cx:pt idx="1591">50</cx:pt>
          <cx:pt idx="1592">50</cx:pt>
          <cx:pt idx="1593">50</cx:pt>
          <cx:pt idx="1594">50</cx:pt>
          <cx:pt idx="1595">50</cx:pt>
          <cx:pt idx="1596">50</cx:pt>
          <cx:pt idx="1597">50</cx:pt>
          <cx:pt idx="1598">50</cx:pt>
          <cx:pt idx="1599">50</cx:pt>
          <cx:pt idx="1600">50</cx:pt>
          <cx:pt idx="1601">50</cx:pt>
          <cx:pt idx="1602">50</cx:pt>
          <cx:pt idx="1603">50</cx:pt>
          <cx:pt idx="1604">50</cx:pt>
          <cx:pt idx="1605">50</cx:pt>
          <cx:pt idx="1606">50</cx:pt>
          <cx:pt idx="1607">50</cx:pt>
          <cx:pt idx="1608">50</cx:pt>
          <cx:pt idx="1609">50</cx:pt>
          <cx:pt idx="1610">50</cx:pt>
          <cx:pt idx="1611">50</cx:pt>
          <cx:pt idx="1612">50</cx:pt>
          <cx:pt idx="1613">50</cx:pt>
          <cx:pt idx="1614">50</cx:pt>
          <cx:pt idx="1615">50</cx:pt>
          <cx:pt idx="1616">50</cx:pt>
          <cx:pt idx="1617">50</cx:pt>
          <cx:pt idx="1618">50</cx:pt>
          <cx:pt idx="1619">50</cx:pt>
          <cx:pt idx="1620">50</cx:pt>
          <cx:pt idx="1621">50</cx:pt>
          <cx:pt idx="1622">50</cx:pt>
          <cx:pt idx="1623">50</cx:pt>
          <cx:pt idx="1624">50</cx:pt>
          <cx:pt idx="1625">50</cx:pt>
          <cx:pt idx="1626">50</cx:pt>
          <cx:pt idx="1627">50</cx:pt>
          <cx:pt idx="1628">50</cx:pt>
          <cx:pt idx="1629">50</cx:pt>
          <cx:pt idx="1630">50</cx:pt>
          <cx:pt idx="1631">50</cx:pt>
          <cx:pt idx="1632">50</cx:pt>
          <cx:pt idx="1633">50</cx:pt>
          <cx:pt idx="1634">49</cx:pt>
          <cx:pt idx="1635">49</cx:pt>
          <cx:pt idx="1636">49</cx:pt>
          <cx:pt idx="1637">49</cx:pt>
          <cx:pt idx="1638">49</cx:pt>
          <cx:pt idx="1639">49</cx:pt>
          <cx:pt idx="1640">49</cx:pt>
          <cx:pt idx="1641">49</cx:pt>
          <cx:pt idx="1642">49</cx:pt>
          <cx:pt idx="1643">49</cx:pt>
          <cx:pt idx="1644">49</cx:pt>
          <cx:pt idx="1645">49</cx:pt>
          <cx:pt idx="1646">49</cx:pt>
          <cx:pt idx="1647">49</cx:pt>
          <cx:pt idx="1648">49</cx:pt>
          <cx:pt idx="1649">49</cx:pt>
          <cx:pt idx="1650">49</cx:pt>
          <cx:pt idx="1651">49</cx:pt>
          <cx:pt idx="1652">49</cx:pt>
          <cx:pt idx="1653">49</cx:pt>
          <cx:pt idx="1654">49</cx:pt>
          <cx:pt idx="1655">49</cx:pt>
          <cx:pt idx="1656">49</cx:pt>
          <cx:pt idx="1657">49</cx:pt>
          <cx:pt idx="1658">49</cx:pt>
          <cx:pt idx="1659">49</cx:pt>
          <cx:pt idx="1660">49</cx:pt>
          <cx:pt idx="1661">49</cx:pt>
          <cx:pt idx="1662">49</cx:pt>
          <cx:pt idx="1663">49</cx:pt>
          <cx:pt idx="1664">49</cx:pt>
          <cx:pt idx="1665">49</cx:pt>
          <cx:pt idx="1666">49</cx:pt>
          <cx:pt idx="1667">49</cx:pt>
          <cx:pt idx="1668">49</cx:pt>
          <cx:pt idx="1669">49</cx:pt>
          <cx:pt idx="1670">49</cx:pt>
          <cx:pt idx="1671">49</cx:pt>
          <cx:pt idx="1672">49</cx:pt>
          <cx:pt idx="1673">49</cx:pt>
          <cx:pt idx="1674">49</cx:pt>
          <cx:pt idx="1675">49</cx:pt>
          <cx:pt idx="1676">49</cx:pt>
          <cx:pt idx="1677">49</cx:pt>
          <cx:pt idx="1678">49</cx:pt>
          <cx:pt idx="1679">49</cx:pt>
          <cx:pt idx="1680">49</cx:pt>
          <cx:pt idx="1681">49</cx:pt>
          <cx:pt idx="1682">49</cx:pt>
          <cx:pt idx="1683">49</cx:pt>
          <cx:pt idx="1684">49</cx:pt>
          <cx:pt idx="1685">49</cx:pt>
          <cx:pt idx="1686">48</cx:pt>
          <cx:pt idx="1687">48</cx:pt>
          <cx:pt idx="1688">48</cx:pt>
          <cx:pt idx="1689">48</cx:pt>
          <cx:pt idx="1690">48</cx:pt>
          <cx:pt idx="1691">48</cx:pt>
          <cx:pt idx="1692">48</cx:pt>
          <cx:pt idx="1693">48</cx:pt>
          <cx:pt idx="1694">48</cx:pt>
          <cx:pt idx="1695">48</cx:pt>
          <cx:pt idx="1696">48</cx:pt>
          <cx:pt idx="1697">48</cx:pt>
          <cx:pt idx="1698">48</cx:pt>
          <cx:pt idx="1699">48</cx:pt>
          <cx:pt idx="1700">48</cx:pt>
          <cx:pt idx="1701">48</cx:pt>
          <cx:pt idx="1702">48</cx:pt>
          <cx:pt idx="1703">48</cx:pt>
          <cx:pt idx="1704">48</cx:pt>
          <cx:pt idx="1705">48</cx:pt>
          <cx:pt idx="1706">48</cx:pt>
          <cx:pt idx="1707">48</cx:pt>
          <cx:pt idx="1708">48</cx:pt>
          <cx:pt idx="1709">48</cx:pt>
          <cx:pt idx="1710">48</cx:pt>
          <cx:pt idx="1711">48</cx:pt>
          <cx:pt idx="1712">48</cx:pt>
          <cx:pt idx="1713">48</cx:pt>
          <cx:pt idx="1714">48</cx:pt>
          <cx:pt idx="1715">48</cx:pt>
          <cx:pt idx="1716">48</cx:pt>
          <cx:pt idx="1717">48</cx:pt>
          <cx:pt idx="1718">48</cx:pt>
          <cx:pt idx="1719">48</cx:pt>
          <cx:pt idx="1720">48</cx:pt>
          <cx:pt idx="1721">48</cx:pt>
          <cx:pt idx="1722">48</cx:pt>
          <cx:pt idx="1723">48</cx:pt>
          <cx:pt idx="1724">48</cx:pt>
          <cx:pt idx="1725">48</cx:pt>
          <cx:pt idx="1726">48</cx:pt>
          <cx:pt idx="1727">48</cx:pt>
          <cx:pt idx="1728">48</cx:pt>
          <cx:pt idx="1729">48</cx:pt>
          <cx:pt idx="1730">48</cx:pt>
          <cx:pt idx="1731">48</cx:pt>
          <cx:pt idx="1732">48</cx:pt>
          <cx:pt idx="1733">48</cx:pt>
          <cx:pt idx="1734">48</cx:pt>
          <cx:pt idx="1735">48</cx:pt>
          <cx:pt idx="1736">48</cx:pt>
          <cx:pt idx="1737">48</cx:pt>
          <cx:pt idx="1738">48</cx:pt>
          <cx:pt idx="1739">48</cx:pt>
          <cx:pt idx="1740">48</cx:pt>
          <cx:pt idx="1741">48</cx:pt>
          <cx:pt idx="1742">48</cx:pt>
          <cx:pt idx="1743">48</cx:pt>
          <cx:pt idx="1744">48</cx:pt>
          <cx:pt idx="1745">48</cx:pt>
          <cx:pt idx="1746">48</cx:pt>
          <cx:pt idx="1747">48</cx:pt>
          <cx:pt idx="1748">48</cx:pt>
          <cx:pt idx="1749">48</cx:pt>
          <cx:pt idx="1750">48</cx:pt>
          <cx:pt idx="1751">48</cx:pt>
          <cx:pt idx="1752">48</cx:pt>
          <cx:pt idx="1753">48</cx:pt>
          <cx:pt idx="1754">48</cx:pt>
          <cx:pt idx="1755">48</cx:pt>
          <cx:pt idx="1756">48</cx:pt>
          <cx:pt idx="1757">48</cx:pt>
          <cx:pt idx="1758">48</cx:pt>
          <cx:pt idx="1759">48</cx:pt>
          <cx:pt idx="1760">48</cx:pt>
          <cx:pt idx="1761">48</cx:pt>
          <cx:pt idx="1762">48</cx:pt>
          <cx:pt idx="1763">47</cx:pt>
          <cx:pt idx="1764">47</cx:pt>
          <cx:pt idx="1765">47</cx:pt>
          <cx:pt idx="1766">47</cx:pt>
          <cx:pt idx="1767">47</cx:pt>
          <cx:pt idx="1768">47</cx:pt>
          <cx:pt idx="1769">47</cx:pt>
          <cx:pt idx="1770">47</cx:pt>
          <cx:pt idx="1771">47</cx:pt>
          <cx:pt idx="1772">47</cx:pt>
          <cx:pt idx="1773">47</cx:pt>
          <cx:pt idx="1774">47</cx:pt>
          <cx:pt idx="1775">47</cx:pt>
          <cx:pt idx="1776">47</cx:pt>
          <cx:pt idx="1777">47</cx:pt>
          <cx:pt idx="1778">47</cx:pt>
          <cx:pt idx="1779">47</cx:pt>
          <cx:pt idx="1780">47</cx:pt>
          <cx:pt idx="1781">47</cx:pt>
          <cx:pt idx="1782">47</cx:pt>
          <cx:pt idx="1783">47</cx:pt>
          <cx:pt idx="1784">47</cx:pt>
          <cx:pt idx="1785">47</cx:pt>
          <cx:pt idx="1786">47</cx:pt>
          <cx:pt idx="1787">47</cx:pt>
          <cx:pt idx="1788">47</cx:pt>
          <cx:pt idx="1789">47</cx:pt>
          <cx:pt idx="1790">47</cx:pt>
          <cx:pt idx="1791">47</cx:pt>
          <cx:pt idx="1792">47</cx:pt>
          <cx:pt idx="1793">47</cx:pt>
          <cx:pt idx="1794">47</cx:pt>
          <cx:pt idx="1795">47</cx:pt>
          <cx:pt idx="1796">47</cx:pt>
          <cx:pt idx="1797">47</cx:pt>
          <cx:pt idx="1798">47</cx:pt>
          <cx:pt idx="1799">47</cx:pt>
          <cx:pt idx="1800">47</cx:pt>
          <cx:pt idx="1801">47</cx:pt>
          <cx:pt idx="1802">47</cx:pt>
          <cx:pt idx="1803">47</cx:pt>
          <cx:pt idx="1804">47</cx:pt>
          <cx:pt idx="1805">47</cx:pt>
          <cx:pt idx="1806">47</cx:pt>
          <cx:pt idx="1807">47</cx:pt>
          <cx:pt idx="1808">47</cx:pt>
          <cx:pt idx="1809">47</cx:pt>
          <cx:pt idx="1810">47</cx:pt>
          <cx:pt idx="1811">47</cx:pt>
          <cx:pt idx="1812">47</cx:pt>
          <cx:pt idx="1813">47</cx:pt>
          <cx:pt idx="1814">47</cx:pt>
          <cx:pt idx="1815">47</cx:pt>
          <cx:pt idx="1816">46</cx:pt>
          <cx:pt idx="1817">46</cx:pt>
          <cx:pt idx="1818">46</cx:pt>
          <cx:pt idx="1819">46</cx:pt>
          <cx:pt idx="1820">46</cx:pt>
          <cx:pt idx="1821">46</cx:pt>
          <cx:pt idx="1822">46</cx:pt>
          <cx:pt idx="1823">46</cx:pt>
          <cx:pt idx="1824">46</cx:pt>
          <cx:pt idx="1825">46</cx:pt>
          <cx:pt idx="1826">46</cx:pt>
          <cx:pt idx="1827">46</cx:pt>
          <cx:pt idx="1828">46</cx:pt>
          <cx:pt idx="1829">46</cx:pt>
          <cx:pt idx="1830">46</cx:pt>
          <cx:pt idx="1831">46</cx:pt>
          <cx:pt idx="1832">46</cx:pt>
          <cx:pt idx="1833">46</cx:pt>
          <cx:pt idx="1834">46</cx:pt>
          <cx:pt idx="1835">46</cx:pt>
          <cx:pt idx="1836">46</cx:pt>
          <cx:pt idx="1837">46</cx:pt>
          <cx:pt idx="1838">46</cx:pt>
          <cx:pt idx="1839">46</cx:pt>
          <cx:pt idx="1840">46</cx:pt>
          <cx:pt idx="1841">46</cx:pt>
          <cx:pt idx="1842">46</cx:pt>
          <cx:pt idx="1843">46</cx:pt>
          <cx:pt idx="1844">46</cx:pt>
          <cx:pt idx="1845">46</cx:pt>
          <cx:pt idx="1846">46</cx:pt>
          <cx:pt idx="1847">46</cx:pt>
          <cx:pt idx="1848">46</cx:pt>
          <cx:pt idx="1849">46</cx:pt>
          <cx:pt idx="1850">46</cx:pt>
          <cx:pt idx="1851">46</cx:pt>
          <cx:pt idx="1852">46</cx:pt>
          <cx:pt idx="1853">46</cx:pt>
          <cx:pt idx="1854">46</cx:pt>
          <cx:pt idx="1855">45</cx:pt>
          <cx:pt idx="1856">45</cx:pt>
          <cx:pt idx="1857">45</cx:pt>
          <cx:pt idx="1858">45</cx:pt>
          <cx:pt idx="1859">45</cx:pt>
          <cx:pt idx="1860">45</cx:pt>
          <cx:pt idx="1861">45</cx:pt>
          <cx:pt idx="1862">45</cx:pt>
          <cx:pt idx="1863">45</cx:pt>
          <cx:pt idx="1864">45</cx:pt>
          <cx:pt idx="1865">45</cx:pt>
          <cx:pt idx="1866">45</cx:pt>
          <cx:pt idx="1867">45</cx:pt>
          <cx:pt idx="1868">45</cx:pt>
          <cx:pt idx="1869">45</cx:pt>
          <cx:pt idx="1870">45</cx:pt>
          <cx:pt idx="1871">45</cx:pt>
          <cx:pt idx="1872">45</cx:pt>
          <cx:pt idx="1873">45</cx:pt>
          <cx:pt idx="1874">45</cx:pt>
          <cx:pt idx="1875">45</cx:pt>
          <cx:pt idx="1876">45</cx:pt>
          <cx:pt idx="1877">45</cx:pt>
          <cx:pt idx="1878">45</cx:pt>
          <cx:pt idx="1879">45</cx:pt>
          <cx:pt idx="1880">45</cx:pt>
          <cx:pt idx="1881">45</cx:pt>
          <cx:pt idx="1882">45</cx:pt>
          <cx:pt idx="1883">45</cx:pt>
          <cx:pt idx="1884">45</cx:pt>
          <cx:pt idx="1885">45</cx:pt>
          <cx:pt idx="1886">45</cx:pt>
          <cx:pt idx="1887">45</cx:pt>
          <cx:pt idx="1888">45</cx:pt>
          <cx:pt idx="1889">45</cx:pt>
          <cx:pt idx="1890">45</cx:pt>
          <cx:pt idx="1891">45</cx:pt>
          <cx:pt idx="1892">45</cx:pt>
          <cx:pt idx="1893">45</cx:pt>
          <cx:pt idx="1894">44</cx:pt>
          <cx:pt idx="1895">44</cx:pt>
          <cx:pt idx="1896">44</cx:pt>
          <cx:pt idx="1897">44</cx:pt>
          <cx:pt idx="1898">44</cx:pt>
          <cx:pt idx="1899">44</cx:pt>
          <cx:pt idx="1900">44</cx:pt>
          <cx:pt idx="1901">44</cx:pt>
          <cx:pt idx="1902">44</cx:pt>
          <cx:pt idx="1903">44</cx:pt>
          <cx:pt idx="1904">44</cx:pt>
          <cx:pt idx="1905">44</cx:pt>
          <cx:pt idx="1906">44</cx:pt>
          <cx:pt idx="1907">44</cx:pt>
          <cx:pt idx="1908">44</cx:pt>
          <cx:pt idx="1909">44</cx:pt>
          <cx:pt idx="1910">44</cx:pt>
          <cx:pt idx="1911">44</cx:pt>
          <cx:pt idx="1912">44</cx:pt>
          <cx:pt idx="1913">44</cx:pt>
          <cx:pt idx="1914">44</cx:pt>
          <cx:pt idx="1915">44</cx:pt>
          <cx:pt idx="1916">44</cx:pt>
          <cx:pt idx="1917">44</cx:pt>
          <cx:pt idx="1918">44</cx:pt>
          <cx:pt idx="1919">44</cx:pt>
          <cx:pt idx="1920">44</cx:pt>
          <cx:pt idx="1921">44</cx:pt>
          <cx:pt idx="1922">44</cx:pt>
          <cx:pt idx="1923">44</cx:pt>
          <cx:pt idx="1924">44</cx:pt>
          <cx:pt idx="1925">44</cx:pt>
          <cx:pt idx="1926">44</cx:pt>
          <cx:pt idx="1927">44</cx:pt>
          <cx:pt idx="1928">44</cx:pt>
          <cx:pt idx="1929">44</cx:pt>
          <cx:pt idx="1930">44</cx:pt>
          <cx:pt idx="1931">44</cx:pt>
          <cx:pt idx="1932">44</cx:pt>
          <cx:pt idx="1933">44</cx:pt>
          <cx:pt idx="1934">44</cx:pt>
          <cx:pt idx="1935">44</cx:pt>
          <cx:pt idx="1936">44</cx:pt>
          <cx:pt idx="1937">44</cx:pt>
          <cx:pt idx="1938">44</cx:pt>
          <cx:pt idx="1939">43</cx:pt>
          <cx:pt idx="1940">43</cx:pt>
          <cx:pt idx="1941">43</cx:pt>
          <cx:pt idx="1942">43</cx:pt>
          <cx:pt idx="1943">43</cx:pt>
          <cx:pt idx="1944">43</cx:pt>
          <cx:pt idx="1945">43</cx:pt>
          <cx:pt idx="1946">43</cx:pt>
          <cx:pt idx="1947">43</cx:pt>
          <cx:pt idx="1948">43</cx:pt>
          <cx:pt idx="1949">43</cx:pt>
          <cx:pt idx="1950">43</cx:pt>
          <cx:pt idx="1951">43</cx:pt>
          <cx:pt idx="1952">43</cx:pt>
          <cx:pt idx="1953">43</cx:pt>
          <cx:pt idx="1954">43</cx:pt>
          <cx:pt idx="1955">43</cx:pt>
          <cx:pt idx="1956">43</cx:pt>
          <cx:pt idx="1957">43</cx:pt>
          <cx:pt idx="1958">43</cx:pt>
          <cx:pt idx="1959">43</cx:pt>
          <cx:pt idx="1960">43</cx:pt>
          <cx:pt idx="1961">43</cx:pt>
          <cx:pt idx="1962">43</cx:pt>
          <cx:pt idx="1963">43</cx:pt>
          <cx:pt idx="1964">43</cx:pt>
          <cx:pt idx="1965">43</cx:pt>
          <cx:pt idx="1966">43</cx:pt>
          <cx:pt idx="1967">43</cx:pt>
          <cx:pt idx="1968">43</cx:pt>
          <cx:pt idx="1969">43</cx:pt>
          <cx:pt idx="1970">43</cx:pt>
          <cx:pt idx="1971">43</cx:pt>
          <cx:pt idx="1972">43</cx:pt>
          <cx:pt idx="1973">43</cx:pt>
          <cx:pt idx="1974">43</cx:pt>
          <cx:pt idx="1975">43</cx:pt>
          <cx:pt idx="1976">43</cx:pt>
          <cx:pt idx="1977">43</cx:pt>
          <cx:pt idx="1978">43</cx:pt>
          <cx:pt idx="1979">43</cx:pt>
          <cx:pt idx="1980">43</cx:pt>
          <cx:pt idx="1981">42</cx:pt>
          <cx:pt idx="1982">42</cx:pt>
          <cx:pt idx="1983">42</cx:pt>
          <cx:pt idx="1984">42</cx:pt>
          <cx:pt idx="1985">42</cx:pt>
          <cx:pt idx="1986">42</cx:pt>
          <cx:pt idx="1987">42</cx:pt>
          <cx:pt idx="1988">42</cx:pt>
          <cx:pt idx="1989">42</cx:pt>
          <cx:pt idx="1990">42</cx:pt>
          <cx:pt idx="1991">42</cx:pt>
          <cx:pt idx="1992">42</cx:pt>
          <cx:pt idx="1993">42</cx:pt>
          <cx:pt idx="1994">42</cx:pt>
          <cx:pt idx="1995">42</cx:pt>
          <cx:pt idx="1996">42</cx:pt>
          <cx:pt idx="1997">42</cx:pt>
          <cx:pt idx="1998">42</cx:pt>
          <cx:pt idx="1999">42</cx:pt>
          <cx:pt idx="2000">42</cx:pt>
          <cx:pt idx="2001">42</cx:pt>
          <cx:pt idx="2002">42</cx:pt>
          <cx:pt idx="2003">42</cx:pt>
          <cx:pt idx="2004">42</cx:pt>
          <cx:pt idx="2005">42</cx:pt>
          <cx:pt idx="2006">42</cx:pt>
          <cx:pt idx="2007">42</cx:pt>
          <cx:pt idx="2008">42</cx:pt>
          <cx:pt idx="2009">42</cx:pt>
          <cx:pt idx="2010">42</cx:pt>
          <cx:pt idx="2011">42</cx:pt>
          <cx:pt idx="2012">42</cx:pt>
          <cx:pt idx="2013">42</cx:pt>
          <cx:pt idx="2014">42</cx:pt>
          <cx:pt idx="2015">42</cx:pt>
          <cx:pt idx="2016">42</cx:pt>
          <cx:pt idx="2017">42</cx:pt>
          <cx:pt idx="2018">42</cx:pt>
          <cx:pt idx="2019">41</cx:pt>
          <cx:pt idx="2020">41</cx:pt>
          <cx:pt idx="2021">41</cx:pt>
          <cx:pt idx="2022">41</cx:pt>
          <cx:pt idx="2023">41</cx:pt>
          <cx:pt idx="2024">41</cx:pt>
          <cx:pt idx="2025">41</cx:pt>
          <cx:pt idx="2026">41</cx:pt>
          <cx:pt idx="2027">41</cx:pt>
          <cx:pt idx="2028">41</cx:pt>
          <cx:pt idx="2029">41</cx:pt>
          <cx:pt idx="2030">41</cx:pt>
          <cx:pt idx="2031">41</cx:pt>
          <cx:pt idx="2032">41</cx:pt>
          <cx:pt idx="2033">41</cx:pt>
          <cx:pt idx="2034">41</cx:pt>
          <cx:pt idx="2035">41</cx:pt>
          <cx:pt idx="2036">41</cx:pt>
          <cx:pt idx="2037">41</cx:pt>
          <cx:pt idx="2038">41</cx:pt>
          <cx:pt idx="2039">41</cx:pt>
          <cx:pt idx="2040">41</cx:pt>
          <cx:pt idx="2041">41</cx:pt>
          <cx:pt idx="2042">41</cx:pt>
          <cx:pt idx="2043">41</cx:pt>
          <cx:pt idx="2044">41</cx:pt>
          <cx:pt idx="2045">41</cx:pt>
          <cx:pt idx="2046">41</cx:pt>
          <cx:pt idx="2047">41</cx:pt>
          <cx:pt idx="2048">41</cx:pt>
          <cx:pt idx="2049">41</cx:pt>
          <cx:pt idx="2050">41</cx:pt>
          <cx:pt idx="2051">40</cx:pt>
          <cx:pt idx="2052">40</cx:pt>
          <cx:pt idx="2053">40</cx:pt>
          <cx:pt idx="2054">40</cx:pt>
          <cx:pt idx="2055">40</cx:pt>
          <cx:pt idx="2056">40</cx:pt>
          <cx:pt idx="2057">40</cx:pt>
          <cx:pt idx="2058">40</cx:pt>
          <cx:pt idx="2059">40</cx:pt>
          <cx:pt idx="2060">40</cx:pt>
          <cx:pt idx="2061">40</cx:pt>
          <cx:pt idx="2062">40</cx:pt>
          <cx:pt idx="2063">40</cx:pt>
          <cx:pt idx="2064">40</cx:pt>
          <cx:pt idx="2065">40</cx:pt>
          <cx:pt idx="2066">40</cx:pt>
          <cx:pt idx="2067">40</cx:pt>
          <cx:pt idx="2068">40</cx:pt>
          <cx:pt idx="2069">40</cx:pt>
          <cx:pt idx="2070">40</cx:pt>
          <cx:pt idx="2071">40</cx:pt>
          <cx:pt idx="2072">40</cx:pt>
          <cx:pt idx="2073">40</cx:pt>
          <cx:pt idx="2074">40</cx:pt>
          <cx:pt idx="2075">40</cx:pt>
          <cx:pt idx="2076">40</cx:pt>
          <cx:pt idx="2077">40</cx:pt>
          <cx:pt idx="2078">40</cx:pt>
          <cx:pt idx="2079">40</cx:pt>
          <cx:pt idx="2080">40</cx:pt>
          <cx:pt idx="2081">40</cx:pt>
          <cx:pt idx="2082">40</cx:pt>
          <cx:pt idx="2083">40</cx:pt>
          <cx:pt idx="2084">40</cx:pt>
          <cx:pt idx="2085">40</cx:pt>
          <cx:pt idx="2086">40</cx:pt>
          <cx:pt idx="2087">40</cx:pt>
          <cx:pt idx="2088">40</cx:pt>
          <cx:pt idx="2089">40</cx:pt>
          <cx:pt idx="2090">40</cx:pt>
          <cx:pt idx="2091">40</cx:pt>
          <cx:pt idx="2092">40</cx:pt>
          <cx:pt idx="2093">39</cx:pt>
          <cx:pt idx="2094">39</cx:pt>
          <cx:pt idx="2095">39</cx:pt>
          <cx:pt idx="2096">39</cx:pt>
          <cx:pt idx="2097">39</cx:pt>
          <cx:pt idx="2098">39</cx:pt>
          <cx:pt idx="2099">39</cx:pt>
          <cx:pt idx="2100">39</cx:pt>
          <cx:pt idx="2101">39</cx:pt>
          <cx:pt idx="2102">39</cx:pt>
          <cx:pt idx="2103">39</cx:pt>
          <cx:pt idx="2104">39</cx:pt>
          <cx:pt idx="2105">39</cx:pt>
          <cx:pt idx="2106">39</cx:pt>
          <cx:pt idx="2107">39</cx:pt>
          <cx:pt idx="2108">39</cx:pt>
          <cx:pt idx="2109">39</cx:pt>
          <cx:pt idx="2110">39</cx:pt>
          <cx:pt idx="2111">39</cx:pt>
          <cx:pt idx="2112">39</cx:pt>
          <cx:pt idx="2113">39</cx:pt>
          <cx:pt idx="2114">39</cx:pt>
          <cx:pt idx="2115">39</cx:pt>
          <cx:pt idx="2116">39</cx:pt>
          <cx:pt idx="2117">39</cx:pt>
          <cx:pt idx="2118">39</cx:pt>
          <cx:pt idx="2119">39</cx:pt>
          <cx:pt idx="2120">38</cx:pt>
          <cx:pt idx="2121">38</cx:pt>
          <cx:pt idx="2122">38</cx:pt>
          <cx:pt idx="2123">38</cx:pt>
          <cx:pt idx="2124">38</cx:pt>
          <cx:pt idx="2125">38</cx:pt>
          <cx:pt idx="2126">38</cx:pt>
          <cx:pt idx="2127">38</cx:pt>
          <cx:pt idx="2128">38</cx:pt>
          <cx:pt idx="2129">38</cx:pt>
          <cx:pt idx="2130">38</cx:pt>
          <cx:pt idx="2131">38</cx:pt>
          <cx:pt idx="2132">38</cx:pt>
          <cx:pt idx="2133">38</cx:pt>
          <cx:pt idx="2134">38</cx:pt>
          <cx:pt idx="2135">38</cx:pt>
          <cx:pt idx="2136">38</cx:pt>
          <cx:pt idx="2137">38</cx:pt>
          <cx:pt idx="2138">38</cx:pt>
          <cx:pt idx="2139">38</cx:pt>
          <cx:pt idx="2140">38</cx:pt>
          <cx:pt idx="2141">38</cx:pt>
          <cx:pt idx="2142">38</cx:pt>
          <cx:pt idx="2143">38</cx:pt>
          <cx:pt idx="2144">38</cx:pt>
          <cx:pt idx="2145">38</cx:pt>
          <cx:pt idx="2146">38</cx:pt>
          <cx:pt idx="2147">38</cx:pt>
          <cx:pt idx="2148">38</cx:pt>
          <cx:pt idx="2149">37</cx:pt>
          <cx:pt idx="2150">37</cx:pt>
          <cx:pt idx="2151">37</cx:pt>
          <cx:pt idx="2152">37</cx:pt>
          <cx:pt idx="2153">37</cx:pt>
          <cx:pt idx="2154">37</cx:pt>
          <cx:pt idx="2155">37</cx:pt>
          <cx:pt idx="2156">37</cx:pt>
          <cx:pt idx="2157">37</cx:pt>
          <cx:pt idx="2158">37</cx:pt>
          <cx:pt idx="2159">37</cx:pt>
          <cx:pt idx="2160">37</cx:pt>
          <cx:pt idx="2161">37</cx:pt>
          <cx:pt idx="2162">37</cx:pt>
          <cx:pt idx="2163">37</cx:pt>
          <cx:pt idx="2164">37</cx:pt>
          <cx:pt idx="2165">37</cx:pt>
          <cx:pt idx="2166">37</cx:pt>
          <cx:pt idx="2167">37</cx:pt>
          <cx:pt idx="2168">37</cx:pt>
          <cx:pt idx="2169">37</cx:pt>
          <cx:pt idx="2170">37</cx:pt>
          <cx:pt idx="2171">37</cx:pt>
          <cx:pt idx="2172">37</cx:pt>
          <cx:pt idx="2173">37</cx:pt>
          <cx:pt idx="2174">37</cx:pt>
          <cx:pt idx="2175">37</cx:pt>
          <cx:pt idx="2176">37</cx:pt>
          <cx:pt idx="2177">37</cx:pt>
          <cx:pt idx="2178">37</cx:pt>
          <cx:pt idx="2179">36</cx:pt>
          <cx:pt idx="2180">36</cx:pt>
          <cx:pt idx="2181">36</cx:pt>
          <cx:pt idx="2182">36</cx:pt>
          <cx:pt idx="2183">36</cx:pt>
          <cx:pt idx="2184">36</cx:pt>
          <cx:pt idx="2185">36</cx:pt>
          <cx:pt idx="2186">36</cx:pt>
          <cx:pt idx="2187">36</cx:pt>
          <cx:pt idx="2188">36</cx:pt>
          <cx:pt idx="2189">36</cx:pt>
          <cx:pt idx="2190">36</cx:pt>
          <cx:pt idx="2191">36</cx:pt>
          <cx:pt idx="2192">36</cx:pt>
          <cx:pt idx="2193">36</cx:pt>
          <cx:pt idx="2194">36</cx:pt>
          <cx:pt idx="2195">36</cx:pt>
          <cx:pt idx="2196">36</cx:pt>
          <cx:pt idx="2197">35</cx:pt>
          <cx:pt idx="2198">35</cx:pt>
          <cx:pt idx="2199">35</cx:pt>
          <cx:pt idx="2200">35</cx:pt>
          <cx:pt idx="2201">35</cx:pt>
          <cx:pt idx="2202">35</cx:pt>
          <cx:pt idx="2203">35</cx:pt>
          <cx:pt idx="2204">35</cx:pt>
          <cx:pt idx="2205">35</cx:pt>
          <cx:pt idx="2206">35</cx:pt>
          <cx:pt idx="2207">35</cx:pt>
          <cx:pt idx="2208">35</cx:pt>
          <cx:pt idx="2209">35</cx:pt>
          <cx:pt idx="2210">35</cx:pt>
          <cx:pt idx="2211">35</cx:pt>
          <cx:pt idx="2212">34</cx:pt>
          <cx:pt idx="2213">34</cx:pt>
          <cx:pt idx="2214">34</cx:pt>
          <cx:pt idx="2215">34</cx:pt>
          <cx:pt idx="2216">34</cx:pt>
          <cx:pt idx="2217">34</cx:pt>
          <cx:pt idx="2218">34</cx:pt>
          <cx:pt idx="2219">34</cx:pt>
          <cx:pt idx="2220">34</cx:pt>
          <cx:pt idx="2221">34</cx:pt>
          <cx:pt idx="2222">34</cx:pt>
          <cx:pt idx="2223">34</cx:pt>
          <cx:pt idx="2224">34</cx:pt>
          <cx:pt idx="2225">33</cx:pt>
          <cx:pt idx="2226">33</cx:pt>
          <cx:pt idx="2227">33</cx:pt>
          <cx:pt idx="2228">33</cx:pt>
          <cx:pt idx="2229">33</cx:pt>
          <cx:pt idx="2230">32</cx:pt>
          <cx:pt idx="2231">32</cx:pt>
          <cx:pt idx="2232">32</cx:pt>
          <cx:pt idx="2233">31</cx:pt>
          <cx:pt idx="2234">31</cx:pt>
          <cx:pt idx="2235">31</cx:pt>
          <cx:pt idx="2236">31</cx:pt>
          <cx:pt idx="2237">31</cx:pt>
          <cx:pt idx="2238">30</cx:pt>
          <cx:pt idx="2239">30</cx:pt>
        </cx:lvl>
      </cx:numDim>
    </cx:data>
  </cx:chartData>
  <cx:chart>
    <cx:title pos="t" align="ctr" overlay="0">
      <cx:tx>
        <cx:txData>
          <cx:v>Customer Age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tx2">
                  <a:lumMod val="50000"/>
                </a:schemeClr>
              </a:solidFill>
            </a:defRPr>
          </a:pPr>
          <a:r>
            <a:rPr lang="en-US" sz="1400" b="0" i="0" u="none" strike="noStrike" baseline="0">
              <a:solidFill>
                <a:schemeClr val="tx2">
                  <a:lumMod val="50000"/>
                </a:schemeClr>
              </a:solidFill>
              <a:latin typeface="Calibri" panose="020F0502020204030204"/>
            </a:rPr>
            <a:t>Customer Age</a:t>
          </a:r>
        </a:p>
      </cx:txPr>
    </cx:title>
    <cx:plotArea>
      <cx:plotAreaRegion>
        <cx:series layoutId="clusteredColumn" uniqueId="{597ED6CB-D74F-4A02-A53A-E10937210D7C}">
          <cx:tx>
            <cx:txData>
              <cx:f>Histogram!$B$1</cx:f>
              <cx:v>Age </cx:v>
            </cx:txData>
          </cx:tx>
          <cx:dataId val="0"/>
          <cx:layoutPr>
            <cx:binning intervalClosed="r" underflow="auto">
              <cx:binSize val="10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956AB-D420-4116-8A0D-4ABAE3897FD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843F-DA7B-40C7-B5AE-BA2D75253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8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843F-DA7B-40C7-B5AE-BA2D752532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91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843F-DA7B-40C7-B5AE-BA2D752532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21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843F-DA7B-40C7-B5AE-BA2D752532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6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31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1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7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34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30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19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4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2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7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0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2A10326-A5E2-4E44-8716-D85571F735F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6C622-9F7E-472E-BD07-0C063392E113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82018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D392-A302-42C4-E44A-337EA8C6FD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Retail Customer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77A90-5E8F-75C0-D51D-E2ACC04BA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Christine </a:t>
            </a:r>
            <a:r>
              <a:rPr lang="en-US" dirty="0" err="1"/>
              <a:t>Bwanakweri</a:t>
            </a:r>
            <a:r>
              <a:rPr lang="en-US" dirty="0"/>
              <a:t> </a:t>
            </a:r>
          </a:p>
          <a:p>
            <a:r>
              <a:rPr lang="en-US" dirty="0"/>
              <a:t>3/11/2026</a:t>
            </a:r>
          </a:p>
        </p:txBody>
      </p:sp>
    </p:spTree>
    <p:extLst>
      <p:ext uri="{BB962C8B-B14F-4D97-AF65-F5344CB8AC3E}">
        <p14:creationId xmlns:p14="http://schemas.microsoft.com/office/powerpoint/2010/main" val="242401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Roadmap to Success: Getting Your Brand in Retail Stores">
            <a:extLst>
              <a:ext uri="{FF2B5EF4-FFF2-40B4-BE49-F238E27FC236}">
                <a16:creationId xmlns:a16="http://schemas.microsoft.com/office/drawing/2014/main" id="{BE5CD1EA-C179-DA3E-CEE8-9299F5EC7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78" y="3702650"/>
            <a:ext cx="4563376" cy="304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p 100 Retailers in America - RedSheep Shopfittings">
            <a:extLst>
              <a:ext uri="{FF2B5EF4-FFF2-40B4-BE49-F238E27FC236}">
                <a16:creationId xmlns:a16="http://schemas.microsoft.com/office/drawing/2014/main" id="{A3A88606-AC02-527C-C319-00D661468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712" y="57593"/>
            <a:ext cx="4911638" cy="327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EF276A-3D1F-EB36-FE1B-588C8932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65043" y="735866"/>
            <a:ext cx="7958331" cy="1077229"/>
          </a:xfrm>
        </p:spPr>
        <p:txBody>
          <a:bodyPr/>
          <a:lstStyle/>
          <a:p>
            <a:r>
              <a:rPr lang="en-US" dirty="0"/>
              <a:t>Business Problem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99601-C6EE-8A7C-F3C8-F1795084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490" y="808056"/>
            <a:ext cx="7796540" cy="3997828"/>
          </a:xfrm>
        </p:spPr>
        <p:txBody>
          <a:bodyPr/>
          <a:lstStyle/>
          <a:p>
            <a:r>
              <a:rPr lang="en-US" dirty="0"/>
              <a:t>Understand customer purchasing behavior </a:t>
            </a:r>
          </a:p>
          <a:p>
            <a:r>
              <a:rPr lang="en-US" dirty="0"/>
              <a:t>Explore patterns in demographics and spending</a:t>
            </a:r>
          </a:p>
          <a:p>
            <a:r>
              <a:rPr lang="en-US" dirty="0"/>
              <a:t>Evaluate engagement with marketing campaigns</a:t>
            </a:r>
          </a:p>
          <a:p>
            <a:r>
              <a:rPr lang="en-US" dirty="0"/>
              <a:t>Identify insights that could help improve marketing strategies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8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ata Analysis Basics: Concepts and ...">
            <a:extLst>
              <a:ext uri="{FF2B5EF4-FFF2-40B4-BE49-F238E27FC236}">
                <a16:creationId xmlns:a16="http://schemas.microsoft.com/office/drawing/2014/main" id="{E73EF393-1BB4-483E-011E-955B8C040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564" y="2038157"/>
            <a:ext cx="4747492" cy="327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187C46-9FCB-2475-89FE-126423DC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45B5A-D890-BF15-7557-CAB5D08AB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873" y="1674273"/>
            <a:ext cx="4257691" cy="4306272"/>
          </a:xfrm>
        </p:spPr>
        <p:txBody>
          <a:bodyPr/>
          <a:lstStyle/>
          <a:p>
            <a:r>
              <a:rPr lang="en-US" dirty="0"/>
              <a:t>Retail marketing dataset containing customer information</a:t>
            </a:r>
          </a:p>
          <a:p>
            <a:r>
              <a:rPr lang="en-US" dirty="0"/>
              <a:t>Includes demographics such as income, education, and marital status</a:t>
            </a:r>
          </a:p>
          <a:p>
            <a:r>
              <a:rPr lang="en-US" dirty="0"/>
              <a:t>Contains product spending data across multiple categories</a:t>
            </a:r>
          </a:p>
          <a:p>
            <a:r>
              <a:rPr lang="en-US" dirty="0"/>
              <a:t>Includes marketing campaign response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9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8084-44EF-098D-4185-9437DC7D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95C3-E1FE-C613-4982-71A3C085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Cleaned and prepared the data </a:t>
            </a:r>
          </a:p>
          <a:p>
            <a:r>
              <a:rPr lang="en-US" dirty="0"/>
              <a:t>Explored and queried the dataset </a:t>
            </a:r>
          </a:p>
          <a:p>
            <a:r>
              <a:rPr lang="en-US" dirty="0"/>
              <a:t>Performed exploratory data analysis </a:t>
            </a:r>
          </a:p>
          <a:p>
            <a:r>
              <a:rPr lang="en-US" dirty="0"/>
              <a:t>Created visualizations and a dashboard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3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66D0-EC5D-FC37-8012-C3343C51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81" y="736003"/>
            <a:ext cx="7958331" cy="1077229"/>
          </a:xfrm>
        </p:spPr>
        <p:txBody>
          <a:bodyPr/>
          <a:lstStyle/>
          <a:p>
            <a:r>
              <a:rPr lang="en-US" dirty="0"/>
              <a:t>Key Insight: customer Spending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3748-E295-DACE-2086-08C7BC17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970" y="1551646"/>
            <a:ext cx="4925357" cy="4775264"/>
          </a:xfrm>
        </p:spPr>
        <p:txBody>
          <a:bodyPr/>
          <a:lstStyle/>
          <a:p>
            <a:r>
              <a:rPr lang="en-US" dirty="0"/>
              <a:t>Wine and meat products show the highest spending levels</a:t>
            </a:r>
          </a:p>
          <a:p>
            <a:r>
              <a:rPr lang="en-US" dirty="0"/>
              <a:t>Customers spend less on fruits, sweets, gold, and fish products</a:t>
            </a:r>
          </a:p>
          <a:p>
            <a:r>
              <a:rPr lang="en-US" dirty="0"/>
              <a:t>The company seems to rely a lot on a small group of customers who have high incomes and spend more money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D205D16-0D4E-4BB7-5396-230E9A1B4B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2590903"/>
              </p:ext>
            </p:extLst>
          </p:nvPr>
        </p:nvGraphicFramePr>
        <p:xfrm>
          <a:off x="6031345" y="2041236"/>
          <a:ext cx="5290194" cy="3542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128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B5D5-7BEB-1F5F-CD4C-DD17662A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Insight: Income and Spending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2E59-BEA4-D8AD-48FD-B7829FCA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235802"/>
            <a:ext cx="7848220" cy="3369630"/>
          </a:xfrm>
        </p:spPr>
        <p:txBody>
          <a:bodyPr/>
          <a:lstStyle/>
          <a:p>
            <a:r>
              <a:rPr lang="en-US" dirty="0"/>
              <a:t>Higher income customers tend to spend more on certain products</a:t>
            </a:r>
          </a:p>
          <a:p>
            <a:r>
              <a:rPr lang="en-US" dirty="0"/>
              <a:t>Wine spending shows a noticeable relationship with income</a:t>
            </a:r>
          </a:p>
          <a:p>
            <a:r>
              <a:rPr lang="en-US" dirty="0"/>
              <a:t>Some high-income outliers appear in the dataset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B30AB892-6639-2273-3781-E708CF139BB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23026049"/>
                  </p:ext>
                </p:extLst>
              </p:nvPr>
            </p:nvGraphicFramePr>
            <p:xfrm>
              <a:off x="1182256" y="3239225"/>
              <a:ext cx="6138789" cy="346698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B30AB892-6639-2273-3781-E708CF139B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2256" y="3239225"/>
                <a:ext cx="6138789" cy="3466982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BD10DF7-1542-A147-B878-A4C56D379EDA}"/>
              </a:ext>
            </a:extLst>
          </p:cNvPr>
          <p:cNvSpPr/>
          <p:nvPr/>
        </p:nvSpPr>
        <p:spPr>
          <a:xfrm>
            <a:off x="7621697" y="3470087"/>
            <a:ext cx="3771359" cy="323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A46A-196B-2776-59C5-6D26A379DDB8}"/>
              </a:ext>
            </a:extLst>
          </p:cNvPr>
          <p:cNvSpPr txBox="1"/>
          <p:nvPr/>
        </p:nvSpPr>
        <p:spPr>
          <a:xfrm>
            <a:off x="7675420" y="3713018"/>
            <a:ext cx="37176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middle 50% of customers earn roughly between $40,000 and $70,000, with a median income of around $51,000. Most customers fall within a typical income range of under $110,000. However, there are a few high-income outliers, including one extremely high value close to $670,000.</a:t>
            </a:r>
          </a:p>
        </p:txBody>
      </p:sp>
    </p:spTree>
    <p:extLst>
      <p:ext uri="{BB962C8B-B14F-4D97-AF65-F5344CB8AC3E}">
        <p14:creationId xmlns:p14="http://schemas.microsoft.com/office/powerpoint/2010/main" val="347912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DB5F-784D-19C9-B13E-D8FE071C8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Insight: Customer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8E81-075A-BDFA-0DC5-F5AD1DEF8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1" y="1415077"/>
            <a:ext cx="6458968" cy="22331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Graduation education group represents the largest segment</a:t>
            </a:r>
          </a:p>
          <a:p>
            <a:r>
              <a:rPr lang="en-US" dirty="0"/>
              <a:t>Many customers are married or in long-term relationships</a:t>
            </a:r>
          </a:p>
          <a:p>
            <a:r>
              <a:rPr lang="en-US" dirty="0"/>
              <a:t>Most customers fall between ages 40 and 70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35E9DB15-FEAA-A0D9-4ACC-5DB3DABAA3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90725490"/>
                  </p:ext>
                </p:extLst>
              </p:nvPr>
            </p:nvGraphicFramePr>
            <p:xfrm>
              <a:off x="7474968" y="1254967"/>
              <a:ext cx="3701032" cy="271435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35E9DB15-FEAA-A0D9-4ACC-5DB3DABAA3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4968" y="1254967"/>
                <a:ext cx="3701032" cy="271435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4641352-78F5-6CC7-FD65-85361E21C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2873"/>
            <a:ext cx="12192000" cy="299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77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9918-1C6E-4399-E1D2-C0A1C865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Campaign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93C50-834B-F68E-1423-DDABB80BB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064" y="731835"/>
            <a:ext cx="7796540" cy="3997828"/>
          </a:xfrm>
        </p:spPr>
        <p:txBody>
          <a:bodyPr/>
          <a:lstStyle/>
          <a:p>
            <a:r>
              <a:rPr lang="en-US" dirty="0"/>
              <a:t>Most customers did not respond to marketing campaigns</a:t>
            </a:r>
          </a:p>
          <a:p>
            <a:r>
              <a:rPr lang="en-US" dirty="0"/>
              <a:t>Only a small portion accepted the offers</a:t>
            </a:r>
          </a:p>
          <a:p>
            <a:r>
              <a:rPr lang="en-US" dirty="0"/>
              <a:t>This suggest opportunities for improved campaign targeting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DFA1DAF-39BD-2796-3A03-15C569A5A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0800795"/>
              </p:ext>
            </p:extLst>
          </p:nvPr>
        </p:nvGraphicFramePr>
        <p:xfrm>
          <a:off x="543994" y="3429000"/>
          <a:ext cx="4905084" cy="3345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288A44F4-B219-67CB-59EC-4C9EAC77E9E0}"/>
              </a:ext>
            </a:extLst>
          </p:cNvPr>
          <p:cNvSpPr/>
          <p:nvPr/>
        </p:nvSpPr>
        <p:spPr>
          <a:xfrm>
            <a:off x="9197910" y="1520593"/>
            <a:ext cx="2547257" cy="16141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Response = 333 Customers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No Response=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1,883 Customers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66B6F2-1EBB-D56E-D834-F4C4A42BA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078" y="4108020"/>
            <a:ext cx="5924938" cy="133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7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052E-FA4D-5645-71AB-34C354DD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1236-1E1D-F1F1-86F8-5561311A5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133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High-income customers may be valuable marketing targets</a:t>
            </a:r>
          </a:p>
          <a:p>
            <a:r>
              <a:rPr lang="en-US" dirty="0"/>
              <a:t>Wine and meat products drive the most customer spending</a:t>
            </a:r>
          </a:p>
          <a:p>
            <a:r>
              <a:rPr lang="en-US" dirty="0"/>
              <a:t>Campaign response rates are low and may require better targeting</a:t>
            </a:r>
          </a:p>
          <a:p>
            <a:r>
              <a:rPr lang="en-US" dirty="0"/>
              <a:t>Customer demographics can help segment marketing strategies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16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5144-423E-0797-BE02-BAE613E0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pic>
        <p:nvPicPr>
          <p:cNvPr id="2050" name="Picture 2" descr="The Retail Network | LinkedIn">
            <a:extLst>
              <a:ext uri="{FF2B5EF4-FFF2-40B4-BE49-F238E27FC236}">
                <a16:creationId xmlns:a16="http://schemas.microsoft.com/office/drawing/2014/main" id="{B51042E9-F9BD-3098-E73C-041E4FF262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05708" y="1782674"/>
            <a:ext cx="6958977" cy="472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34C467-1CE8-1F31-5ABE-D5ACA62F7011}"/>
              </a:ext>
            </a:extLst>
          </p:cNvPr>
          <p:cNvSpPr txBox="1"/>
          <p:nvPr/>
        </p:nvSpPr>
        <p:spPr>
          <a:xfrm>
            <a:off x="574999" y="1435367"/>
            <a:ext cx="68381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EDA helped uncover patterns in customer demographics and 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Visualizations made trends easier to identify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Insights from this analysis could help improve retail marketing strategies</a:t>
            </a:r>
          </a:p>
        </p:txBody>
      </p:sp>
    </p:spTree>
    <p:extLst>
      <p:ext uri="{BB962C8B-B14F-4D97-AF65-F5344CB8AC3E}">
        <p14:creationId xmlns:p14="http://schemas.microsoft.com/office/powerpoint/2010/main" val="441610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3191</TotalTime>
  <Words>348</Words>
  <Application>Microsoft Office PowerPoint</Application>
  <PresentationFormat>Widescreen</PresentationFormat>
  <Paragraphs>52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MS Shell Dlg 2</vt:lpstr>
      <vt:lpstr>Wingdings</vt:lpstr>
      <vt:lpstr>Wingdings 3</vt:lpstr>
      <vt:lpstr>Madison</vt:lpstr>
      <vt:lpstr>Retail Customer Analytics</vt:lpstr>
      <vt:lpstr>Business Problem  </vt:lpstr>
      <vt:lpstr>Dataset Overview </vt:lpstr>
      <vt:lpstr>Analysis Approach </vt:lpstr>
      <vt:lpstr>Key Insight: customer Spending </vt:lpstr>
      <vt:lpstr>Key Insight: Income and Spending</vt:lpstr>
      <vt:lpstr>Key Insight: Customer Demographics</vt:lpstr>
      <vt:lpstr>Marketing Campaign Response </vt:lpstr>
      <vt:lpstr>Business Implications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Christine</dc:creator>
  <cp:lastModifiedBy>Christine</cp:lastModifiedBy>
  <cp:revision>3</cp:revision>
  <dcterms:created xsi:type="dcterms:W3CDTF">2026-03-12T22:41:33Z</dcterms:created>
  <dcterms:modified xsi:type="dcterms:W3CDTF">2026-03-19T23:59:59Z</dcterms:modified>
</cp:coreProperties>
</file>